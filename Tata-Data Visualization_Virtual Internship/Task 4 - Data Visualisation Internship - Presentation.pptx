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3"/>
  </p:handoutMasterIdLst>
  <p:sldIdLst>
    <p:sldId id="278" r:id="rId3"/>
    <p:sldId id="279" r:id="rId4"/>
    <p:sldId id="269" r:id="rId6"/>
    <p:sldId id="263" r:id="rId7"/>
    <p:sldId id="303" r:id="rId8"/>
    <p:sldId id="305" r:id="rId9"/>
    <p:sldId id="306" r:id="rId10"/>
    <p:sldId id="307" r:id="rId11"/>
    <p:sldId id="308" r:id="rId12"/>
    <p:sldId id="311" r:id="rId13"/>
    <p:sldId id="310" r:id="rId14"/>
    <p:sldId id="312" r:id="rId15"/>
    <p:sldId id="313" r:id="rId16"/>
    <p:sldId id="314" r:id="rId17"/>
    <p:sldId id="315" r:id="rId18"/>
    <p:sldId id="316" r:id="rId19"/>
    <p:sldId id="264" r:id="rId20"/>
    <p:sldId id="277" r:id="rId21"/>
    <p:sldId id="276" r:id="rId22"/>
  </p:sldIdLst>
  <p:sldSz cx="12192000" cy="6858000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Microsoft YaHei" panose="020B0503020204020204" pitchFamily="34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Microsoft YaHei" panose="020B0503020204020204" pitchFamily="34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Microsoft YaHei" panose="020B0503020204020204" pitchFamily="34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Microsoft YaHei" panose="020B0503020204020204" pitchFamily="34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Microsoft YaHei" panose="020B0503020204020204" pitchFamily="34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Microsoft YaHei" panose="020B0503020204020204" pitchFamily="34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Microsoft YaHei" panose="020B0503020204020204" pitchFamily="34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Microsoft YaHei" panose="020B0503020204020204" pitchFamily="34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Microsoft YaHei" panose="020B0503020204020204" pitchFamily="34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5A5E"/>
    <a:srgbClr val="FFC000"/>
    <a:srgbClr val="404040"/>
    <a:srgbClr val="FDFDFD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658"/>
    <p:restoredTop sz="77230"/>
  </p:normalViewPr>
  <p:slideViewPr>
    <p:cSldViewPr snapToGrid="0">
      <p:cViewPr>
        <p:scale>
          <a:sx n="75" d="100"/>
          <a:sy n="75" d="100"/>
        </p:scale>
        <p:origin x="168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-13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59A2D56-6FAA-4766-9FD7-19FBCBBA57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45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489857" y="234496"/>
            <a:ext cx="47504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l">
              <a:defRPr lang="zh-CN" altLang="en-US" sz="2000" b="1">
                <a:solidFill>
                  <a:srgbClr val="FDFDFD"/>
                </a:solidFill>
                <a:latin typeface="Arial" panose="020B0704020202020204" pitchFamily="34" charset="0"/>
                <a:ea typeface="Microsoft YaHei" panose="020B0503020204020204" pitchFamily="34" charset="-122"/>
                <a:cs typeface="+mn-cs"/>
              </a:defRPr>
            </a:lvl1pPr>
          </a:lstStyle>
          <a:p>
            <a:pPr marL="0" lvl="0"/>
            <a:r>
              <a:rPr smtClean="0">
                <a:sym typeface="+mn-ea"/>
              </a:rPr>
              <a:t>Click here to edit the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ustom layout"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grpSp>
        <p:nvGrpSpPr>
          <p:cNvPr id="1026" name="组合 6"/>
          <p:cNvGrpSpPr/>
          <p:nvPr userDrawn="1"/>
        </p:nvGrpSpPr>
        <p:grpSpPr>
          <a:xfrm flipH="1">
            <a:off x="0" y="0"/>
            <a:ext cx="12198350" cy="852488"/>
            <a:chOff x="0" y="12624"/>
            <a:chExt cx="12198350" cy="2324100"/>
          </a:xfrm>
        </p:grpSpPr>
        <p:sp>
          <p:nvSpPr>
            <p:cNvPr id="8" name="矩形 7"/>
            <p:cNvSpPr/>
            <p:nvPr/>
          </p:nvSpPr>
          <p:spPr>
            <a:xfrm>
              <a:off x="0" y="12624"/>
              <a:ext cx="12192000" cy="23241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 rot="5400000">
              <a:off x="10914529" y="1052903"/>
              <a:ext cx="2324100" cy="243542"/>
            </a:xfrm>
            <a:custGeom>
              <a:avLst/>
              <a:gdLst>
                <a:gd name="connsiteX0" fmla="*/ 0 w 2467054"/>
                <a:gd name="connsiteY0" fmla="*/ 243542 h 243542"/>
                <a:gd name="connsiteX1" fmla="*/ 0 w 2467054"/>
                <a:gd name="connsiteY1" fmla="*/ 0 h 243542"/>
                <a:gd name="connsiteX2" fmla="*/ 2467054 w 2467054"/>
                <a:gd name="connsiteY2" fmla="*/ 0 h 243542"/>
                <a:gd name="connsiteX3" fmla="*/ 2467054 w 2467054"/>
                <a:gd name="connsiteY3" fmla="*/ 243542 h 243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7054" h="243542">
                  <a:moveTo>
                    <a:pt x="0" y="243542"/>
                  </a:moveTo>
                  <a:lnTo>
                    <a:pt x="0" y="0"/>
                  </a:lnTo>
                  <a:lnTo>
                    <a:pt x="2467054" y="0"/>
                  </a:lnTo>
                  <a:lnTo>
                    <a:pt x="2467054" y="243542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slide" Target="slide9.xml"/><Relationship Id="rId2" Type="http://schemas.openxmlformats.org/officeDocument/2006/relationships/slide" Target="slide8.xml"/><Relationship Id="rId1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slide" Target="slide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slide" Target="slide7.xml"/><Relationship Id="rId1" Type="http://schemas.openxmlformats.org/officeDocument/2006/relationships/slide" Target="slid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33755" y="3411855"/>
            <a:ext cx="1074039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1" kern="1200" cap="none" spc="0" normalizeH="0" baseline="0" noProof="0">
                <a:solidFill>
                  <a:prstClr val="white"/>
                </a:solidFill>
                <a:latin typeface="+mn-lt"/>
                <a:ea typeface="+mn-ea"/>
                <a:cs typeface="+mn-ea"/>
                <a:sym typeface="Arial" panose="020B0704020202020204" pitchFamily="34" charset="0"/>
              </a:rPr>
              <a:t>Analysis Summary</a:t>
            </a:r>
            <a:endParaRPr kumimoji="0" lang="en-US" altLang="zh-CN" sz="8800" b="1" kern="1200" cap="none" spc="0" normalizeH="0" baseline="0" noProof="0">
              <a:solidFill>
                <a:prstClr val="white"/>
              </a:solidFill>
              <a:latin typeface="+mn-lt"/>
              <a:ea typeface="+mn-ea"/>
              <a:cs typeface="+mn-ea"/>
              <a:sym typeface="Arial" panose="020B07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33755" y="846455"/>
            <a:ext cx="110839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kern="1200" cap="none" spc="0" normalizeH="0" baseline="0" noProof="0">
                <a:solidFill>
                  <a:srgbClr val="FFC000"/>
                </a:solidFill>
                <a:latin typeface="+mn-lt"/>
                <a:ea typeface="+mn-ea"/>
                <a:cs typeface="+mn-ea"/>
                <a:sym typeface="Arial" panose="020B0704020202020204" pitchFamily="34" charset="0"/>
              </a:rPr>
              <a:t>Tata: Data </a:t>
            </a:r>
            <a:endParaRPr kumimoji="0" lang="en-US" altLang="zh-CN" sz="7200" b="1" kern="1200" cap="none" spc="0" normalizeH="0" baseline="0" noProof="0">
              <a:solidFill>
                <a:srgbClr val="FFC000"/>
              </a:solidFill>
              <a:latin typeface="+mn-lt"/>
              <a:ea typeface="+mn-ea"/>
              <a:cs typeface="+mn-ea"/>
              <a:sym typeface="Arial" panose="020B0704020202020204" pitchFamily="34" charset="0"/>
            </a:endParaRPr>
          </a:p>
          <a:p>
            <a:pPr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kern="1200" cap="none" spc="0" normalizeH="0" baseline="0" noProof="0">
                <a:solidFill>
                  <a:srgbClr val="FFC000"/>
                </a:solidFill>
                <a:latin typeface="+mn-lt"/>
                <a:ea typeface="+mn-ea"/>
                <a:cs typeface="+mn-ea"/>
                <a:sym typeface="Arial" panose="020B0704020202020204" pitchFamily="34" charset="0"/>
              </a:rPr>
              <a:t>Visualization</a:t>
            </a:r>
            <a:endParaRPr kumimoji="0" lang="en-US" altLang="zh-CN" sz="7200" b="1" kern="1200" cap="none" spc="0" normalizeH="0" baseline="0" noProof="0">
              <a:solidFill>
                <a:srgbClr val="FFC000"/>
              </a:solidFill>
              <a:latin typeface="+mn-lt"/>
              <a:ea typeface="+mn-ea"/>
              <a:cs typeface="+mn-ea"/>
              <a:sym typeface="Arial" panose="020B07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20750" y="5272405"/>
            <a:ext cx="3731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C000"/>
                </a:solidFill>
                <a:latin typeface="+mn-lt"/>
                <a:ea typeface="+mn-ea"/>
                <a:cs typeface="+mn-ea"/>
                <a:sym typeface="Arial" panose="020B0704020202020204" pitchFamily="34" charset="0"/>
              </a:rPr>
              <a:t>By Babitha Ravindra</a:t>
            </a:r>
            <a:endParaRPr kumimoji="0" lang="en-US" altLang="zh-CN" sz="2400" b="1" kern="1200" cap="none" spc="0" normalizeH="0" baseline="0" noProof="0">
              <a:solidFill>
                <a:srgbClr val="FFC000"/>
              </a:solidFill>
              <a:latin typeface="+mn-lt"/>
              <a:ea typeface="+mn-ea"/>
              <a:cs typeface="+mn-ea"/>
              <a:sym typeface="Arial" panose="020B07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1082675"/>
            <a:ext cx="139700" cy="10493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050" y="471170"/>
            <a:ext cx="4979670" cy="2800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Group 4"/>
          <p:cNvGrpSpPr/>
          <p:nvPr/>
        </p:nvGrpSpPr>
        <p:grpSpPr>
          <a:xfrm>
            <a:off x="760730" y="1732280"/>
            <a:ext cx="4588510" cy="1047750"/>
            <a:chOff x="1273" y="1778"/>
            <a:chExt cx="7226" cy="1650"/>
          </a:xfrm>
        </p:grpSpPr>
        <p:sp>
          <p:nvSpPr>
            <p:cNvPr id="23" name="矩形 22"/>
            <p:cNvSpPr/>
            <p:nvPr/>
          </p:nvSpPr>
          <p:spPr>
            <a:xfrm>
              <a:off x="1273" y="1778"/>
              <a:ext cx="220" cy="16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39" name="Rectangle 6"/>
            <p:cNvSpPr>
              <a:spLocks noChangeArrowheads="1"/>
            </p:cNvSpPr>
            <p:nvPr/>
          </p:nvSpPr>
          <p:spPr bwMode="black">
            <a:xfrm>
              <a:off x="1675" y="1870"/>
              <a:ext cx="6824" cy="14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704020202020204" pitchFamily="34" charset="0"/>
                  <a:ea typeface="Microsoft YaHei" panose="020B0503020204020204" pitchFamily="34" charset="-122"/>
                  <a:cs typeface="+mn-ea"/>
                  <a:sym typeface="Arial" panose="020B0704020202020204" pitchFamily="34" charset="0"/>
                </a:rPr>
                <a:t>CONTENTS</a:t>
              </a:r>
              <a:endParaRPr kumimoji="0" lang="en-US" altLang="zh-CN" sz="5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ea"/>
                <a:sym typeface="Arial" panose="020B0704020202020204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921375" y="1927225"/>
            <a:ext cx="5114290" cy="3238500"/>
            <a:chOff x="8850" y="2460"/>
            <a:chExt cx="8054" cy="5100"/>
          </a:xfrm>
        </p:grpSpPr>
        <p:sp>
          <p:nvSpPr>
            <p:cNvPr id="24" name="矩形 23"/>
            <p:cNvSpPr/>
            <p:nvPr/>
          </p:nvSpPr>
          <p:spPr>
            <a:xfrm>
              <a:off x="9090" y="2460"/>
              <a:ext cx="7815" cy="96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25" name="Rectangle 6"/>
            <p:cNvSpPr>
              <a:spLocks noChangeArrowheads="1"/>
            </p:cNvSpPr>
            <p:nvPr/>
          </p:nvSpPr>
          <p:spPr bwMode="black">
            <a:xfrm>
              <a:off x="9230" y="2650"/>
              <a:ext cx="6315" cy="5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704020202020204" pitchFamily="34" charset="0"/>
                  <a:ea typeface="Microsoft YaHei" panose="020B0503020204020204" pitchFamily="34" charset="-122"/>
                  <a:cs typeface="+mn-ea"/>
                  <a:sym typeface="Arial" panose="020B0704020202020204" pitchFamily="34" charset="0"/>
                </a:rPr>
                <a:t>Introduction</a:t>
              </a:r>
              <a:endParaRPr kumimoji="0" lang="en-US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ea"/>
                <a:sym typeface="Arial" panose="020B0704020202020204" pitchFamily="34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8850" y="3840"/>
              <a:ext cx="240" cy="96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9090" y="3840"/>
              <a:ext cx="7815" cy="96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29" name="Rectangle 6"/>
            <p:cNvSpPr>
              <a:spLocks noChangeArrowheads="1"/>
            </p:cNvSpPr>
            <p:nvPr/>
          </p:nvSpPr>
          <p:spPr bwMode="black">
            <a:xfrm>
              <a:off x="9230" y="4030"/>
              <a:ext cx="6315" cy="5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704020202020204" pitchFamily="34" charset="0"/>
                  <a:ea typeface="Microsoft YaHei" panose="020B0503020204020204" pitchFamily="34" charset="-122"/>
                  <a:cs typeface="+mn-ea"/>
                  <a:sym typeface="Arial" panose="020B0704020202020204" pitchFamily="34" charset="0"/>
                </a:rPr>
                <a:t>Process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ea"/>
                <a:sym typeface="Arial" panose="020B0704020202020204" pitchFamily="34" charset="0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8850" y="5220"/>
              <a:ext cx="240" cy="96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9090" y="5220"/>
              <a:ext cx="7815" cy="96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32" name="Rectangle 6"/>
            <p:cNvSpPr>
              <a:spLocks noChangeArrowheads="1"/>
            </p:cNvSpPr>
            <p:nvPr/>
          </p:nvSpPr>
          <p:spPr bwMode="black">
            <a:xfrm>
              <a:off x="9230" y="5410"/>
              <a:ext cx="6315" cy="5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704020202020204" pitchFamily="34" charset="0"/>
                  <a:ea typeface="Microsoft YaHei" panose="020B0503020204020204" pitchFamily="34" charset="-122"/>
                  <a:cs typeface="+mn-ea"/>
                  <a:sym typeface="Arial" panose="020B0704020202020204" pitchFamily="34" charset="0"/>
                </a:rPr>
                <a:t>Analysis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ea"/>
                <a:sym typeface="Arial" panose="020B0704020202020204" pitchFamily="34" charset="0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8850" y="6600"/>
              <a:ext cx="240" cy="96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9090" y="6600"/>
              <a:ext cx="7815" cy="96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35" name="Rectangle 6"/>
            <p:cNvSpPr>
              <a:spLocks noChangeArrowheads="1"/>
            </p:cNvSpPr>
            <p:nvPr/>
          </p:nvSpPr>
          <p:spPr bwMode="black">
            <a:xfrm>
              <a:off x="9230" y="6790"/>
              <a:ext cx="6315" cy="5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704020202020204" pitchFamily="34" charset="0"/>
                  <a:ea typeface="Microsoft YaHei" panose="020B0503020204020204" pitchFamily="34" charset="-122"/>
                  <a:cs typeface="+mn-ea"/>
                  <a:sym typeface="Arial" panose="020B0704020202020204" pitchFamily="34" charset="0"/>
                </a:rPr>
                <a:t>Reccomendations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ea"/>
                <a:sym typeface="Arial" panose="020B0704020202020204" pitchFamily="34" charset="0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8850" y="2460"/>
              <a:ext cx="240" cy="96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u"/>
      </p:transition>
    </mc:Choice>
    <mc:Fallback>
      <p:transition spd="slow">
        <p:cover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4" name="文本框 14"/>
          <p:cNvSpPr txBox="1"/>
          <p:nvPr/>
        </p:nvSpPr>
        <p:spPr>
          <a:xfrm>
            <a:off x="5610225" y="3429000"/>
            <a:ext cx="5041900" cy="1087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defTabSz="1216025"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1800" dirty="0">
                <a:solidFill>
                  <a:srgbClr val="222A35"/>
                </a:solidFill>
                <a:latin typeface="Microsoft YaHei" panose="020B0503020204020204" pitchFamily="34" charset="-122"/>
                <a:sym typeface="Arial" panose="020B0704020202020204" pitchFamily="34" charset="0"/>
              </a:rPr>
              <a:t>To present the sales perfomance of TATA Consultancy Services (TCS) for the financial years 2010-11</a:t>
            </a:r>
            <a:endParaRPr lang="en-US" altLang="zh-CN" sz="1800" dirty="0">
              <a:solidFill>
                <a:srgbClr val="222A35"/>
              </a:solidFill>
              <a:latin typeface="Microsoft YaHei" panose="020B0503020204020204" pitchFamily="34" charset="-122"/>
              <a:sym typeface="Arial" panose="020B0704020202020204" pitchFamily="34" charset="0"/>
            </a:endParaRPr>
          </a:p>
        </p:txBody>
      </p:sp>
      <p:sp>
        <p:nvSpPr>
          <p:cNvPr id="7175" name="TextBox 10"/>
          <p:cNvSpPr txBox="1"/>
          <p:nvPr/>
        </p:nvSpPr>
        <p:spPr>
          <a:xfrm>
            <a:off x="5610225" y="2840355"/>
            <a:ext cx="44500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eaLnBrk="1" hangingPunct="1"/>
            <a:r>
              <a:rPr lang="en-US" altLang="zh-CN" sz="2400" b="1" dirty="0">
                <a:solidFill>
                  <a:srgbClr val="555A5E"/>
                </a:solidFill>
                <a:latin typeface="Microsoft YaHei" panose="020B0503020204020204" pitchFamily="34" charset="-122"/>
              </a:rPr>
              <a:t>Objective</a:t>
            </a:r>
            <a:endParaRPr lang="en-US" altLang="zh-CN" sz="2400" b="1" dirty="0">
              <a:solidFill>
                <a:srgbClr val="555A5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5707063" y="3365500"/>
            <a:ext cx="4737100" cy="0"/>
          </a:xfrm>
          <a:prstGeom prst="line">
            <a:avLst/>
          </a:prstGeom>
          <a:ln>
            <a:solidFill>
              <a:srgbClr val="ADBA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490538" y="171450"/>
            <a:ext cx="3298190" cy="534035"/>
          </a:xfr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DFDFD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</a:rPr>
              <a:t>INTRODUCTION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DFDFD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2125" y="2003425"/>
            <a:ext cx="3200400" cy="3200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34" name="TextBox 13"/>
          <p:cNvSpPr txBox="1"/>
          <p:nvPr/>
        </p:nvSpPr>
        <p:spPr>
          <a:xfrm>
            <a:off x="1316355" y="4384675"/>
            <a:ext cx="1952625" cy="21526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algn="ctr" defTabSz="1216025" eaLnBrk="1" hangingPunct="1">
              <a:spcBef>
                <a:spcPct val="20000"/>
              </a:spcBef>
            </a:pPr>
            <a:r>
              <a:rPr lang="en-US" altLang="x-none" sz="1400" b="1" dirty="0">
                <a:solidFill>
                  <a:srgbClr val="445469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Critical Thinking</a:t>
            </a:r>
            <a:endParaRPr lang="en-US" altLang="x-none" sz="1400" b="1" dirty="0">
              <a:solidFill>
                <a:srgbClr val="445469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3335" name="TextBox 13"/>
          <p:cNvSpPr txBox="1"/>
          <p:nvPr/>
        </p:nvSpPr>
        <p:spPr>
          <a:xfrm>
            <a:off x="1595438" y="4672013"/>
            <a:ext cx="1563687" cy="92329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defTabSz="1216025" eaLnBrk="1" hangingPunct="1">
              <a:spcBef>
                <a:spcPct val="20000"/>
              </a:spcBef>
            </a:pPr>
            <a:r>
              <a:rPr lang="zh-CN" altLang="en-US" sz="1200" dirty="0">
                <a:solidFill>
                  <a:srgbClr val="445469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A</a:t>
            </a:r>
            <a:r>
              <a:rPr lang="en-US" altLang="zh-CN" sz="1200" dirty="0">
                <a:solidFill>
                  <a:srgbClr val="445469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nalyse the required data insights for decion making from the CEO’s &amp; CMO’s Point of View</a:t>
            </a:r>
            <a:endParaRPr lang="en-US" altLang="zh-CN" sz="1200" dirty="0">
              <a:solidFill>
                <a:srgbClr val="445469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3336" name="TextBox 13"/>
          <p:cNvSpPr txBox="1"/>
          <p:nvPr/>
        </p:nvSpPr>
        <p:spPr>
          <a:xfrm>
            <a:off x="3417888" y="4384675"/>
            <a:ext cx="1377950" cy="21526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ctr" defTabSz="1216025" eaLnBrk="1" hangingPunct="1">
              <a:spcBef>
                <a:spcPct val="20000"/>
              </a:spcBef>
            </a:pPr>
            <a:r>
              <a:rPr lang="en-US" altLang="x-none" sz="1400" b="1" dirty="0">
                <a:solidFill>
                  <a:srgbClr val="445469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Data Wrangling</a:t>
            </a:r>
            <a:endParaRPr lang="en-US" altLang="x-none" sz="1400" b="1" dirty="0">
              <a:solidFill>
                <a:srgbClr val="445469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3337" name="TextBox 13"/>
          <p:cNvSpPr txBox="1"/>
          <p:nvPr/>
        </p:nvSpPr>
        <p:spPr>
          <a:xfrm>
            <a:off x="3422650" y="4672013"/>
            <a:ext cx="1563688" cy="110744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defTabSz="1216025" eaLnBrk="1" hangingPunct="1">
              <a:spcBef>
                <a:spcPct val="20000"/>
              </a:spcBef>
            </a:pPr>
            <a:r>
              <a:rPr lang="en-US" altLang="zh-CN" sz="1200" dirty="0">
                <a:solidFill>
                  <a:srgbClr val="445469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Clean and Transform Data for  for better visualization. Missing values were dealt by removing that row of data</a:t>
            </a:r>
            <a:endParaRPr lang="en-US" altLang="zh-CN" sz="1200" dirty="0">
              <a:solidFill>
                <a:srgbClr val="445469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3338" name="TextBox 13"/>
          <p:cNvSpPr txBox="1"/>
          <p:nvPr/>
        </p:nvSpPr>
        <p:spPr>
          <a:xfrm>
            <a:off x="5272405" y="4384675"/>
            <a:ext cx="1492885" cy="21526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algn="ctr" defTabSz="1216025" eaLnBrk="1" hangingPunct="1">
              <a:spcBef>
                <a:spcPct val="20000"/>
              </a:spcBef>
            </a:pPr>
            <a:r>
              <a:rPr lang="en-US" altLang="zh-CN" sz="1400" b="1" dirty="0">
                <a:solidFill>
                  <a:srgbClr val="445469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Choosing Visuals</a:t>
            </a:r>
            <a:endParaRPr lang="en-US" altLang="zh-CN" sz="1400" b="1" dirty="0">
              <a:solidFill>
                <a:srgbClr val="445469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3339" name="TextBox 13"/>
          <p:cNvSpPr txBox="1"/>
          <p:nvPr/>
        </p:nvSpPr>
        <p:spPr>
          <a:xfrm>
            <a:off x="5275263" y="4672013"/>
            <a:ext cx="1563687" cy="92329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defTabSz="1216025" eaLnBrk="1" hangingPunct="1">
              <a:spcBef>
                <a:spcPct val="20000"/>
              </a:spcBef>
            </a:pPr>
            <a:r>
              <a:rPr lang="en-US" altLang="zh-CN" sz="1200" dirty="0">
                <a:solidFill>
                  <a:srgbClr val="445469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Choose the right visuals</a:t>
            </a:r>
            <a:r>
              <a:rPr lang="en-US" altLang="en-US" sz="1200" dirty="0">
                <a:solidFill>
                  <a:srgbClr val="445469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 to effectively communicate insights and enable informed decision-making</a:t>
            </a:r>
            <a:endParaRPr lang="en-US" altLang="en-US" sz="1200" dirty="0">
              <a:solidFill>
                <a:srgbClr val="445469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3340" name="TextBox 13"/>
          <p:cNvSpPr txBox="1"/>
          <p:nvPr/>
        </p:nvSpPr>
        <p:spPr>
          <a:xfrm>
            <a:off x="7070725" y="4384675"/>
            <a:ext cx="1751965" cy="21526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algn="ctr" defTabSz="1216025" eaLnBrk="1" hangingPunct="1">
              <a:spcBef>
                <a:spcPct val="20000"/>
              </a:spcBef>
            </a:pPr>
            <a:r>
              <a:rPr lang="en-US" altLang="zh-CN" sz="1400" b="1" dirty="0">
                <a:solidFill>
                  <a:srgbClr val="445469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Dashboard Making</a:t>
            </a:r>
            <a:endParaRPr lang="en-US" altLang="zh-CN" sz="1400" b="1" dirty="0">
              <a:solidFill>
                <a:srgbClr val="445469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3341" name="TextBox 13"/>
          <p:cNvSpPr txBox="1"/>
          <p:nvPr/>
        </p:nvSpPr>
        <p:spPr>
          <a:xfrm>
            <a:off x="7164388" y="4672013"/>
            <a:ext cx="1563687" cy="92329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defTabSz="1216025" eaLnBrk="1" hangingPunct="1">
              <a:spcBef>
                <a:spcPct val="20000"/>
              </a:spcBef>
            </a:pPr>
            <a:r>
              <a:rPr lang="en-US" altLang="zh-CN" sz="1200" dirty="0">
                <a:solidFill>
                  <a:srgbClr val="445469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Create a dashboard to provide a centralised view of all key perfomance metrics (KPIs)</a:t>
            </a:r>
            <a:endParaRPr lang="en-US" altLang="zh-CN" sz="1200" dirty="0">
              <a:solidFill>
                <a:srgbClr val="445469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3342" name="TextBox 13"/>
          <p:cNvSpPr txBox="1"/>
          <p:nvPr/>
        </p:nvSpPr>
        <p:spPr>
          <a:xfrm>
            <a:off x="9163050" y="4384675"/>
            <a:ext cx="1377950" cy="21526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ctr" defTabSz="1216025" eaLnBrk="1" hangingPunct="1">
              <a:spcBef>
                <a:spcPct val="20000"/>
              </a:spcBef>
            </a:pPr>
            <a:r>
              <a:rPr lang="en-US" altLang="zh-CN" sz="1400" b="1" dirty="0">
                <a:solidFill>
                  <a:srgbClr val="445469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Summarise</a:t>
            </a:r>
            <a:endParaRPr lang="en-US" altLang="zh-CN" sz="1400" b="1" dirty="0">
              <a:solidFill>
                <a:srgbClr val="445469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3343" name="TextBox 13"/>
          <p:cNvSpPr txBox="1"/>
          <p:nvPr/>
        </p:nvSpPr>
        <p:spPr>
          <a:xfrm>
            <a:off x="9167813" y="4672013"/>
            <a:ext cx="1563687" cy="110744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defTabSz="1216025" eaLnBrk="1" hangingPunct="1">
              <a:spcBef>
                <a:spcPct val="20000"/>
              </a:spcBef>
            </a:pPr>
            <a:r>
              <a:rPr lang="en-US" altLang="zh-CN" sz="1200" dirty="0">
                <a:solidFill>
                  <a:srgbClr val="445469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Providing the reults of the analysis and reccomendations to the CEO &amp; CMO for enhanced decision making</a:t>
            </a:r>
            <a:endParaRPr lang="en-US" altLang="zh-CN" sz="1200" dirty="0">
              <a:solidFill>
                <a:srgbClr val="445469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490538" y="171450"/>
            <a:ext cx="2170430" cy="534035"/>
          </a:xfrm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DFDFD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</a:rPr>
              <a:t>PROCESS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DFDFD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282700" y="1851025"/>
            <a:ext cx="9547225" cy="2152650"/>
            <a:chOff x="2020" y="3565"/>
            <a:chExt cx="15035" cy="3390"/>
          </a:xfrm>
        </p:grpSpPr>
        <p:sp>
          <p:nvSpPr>
            <p:cNvPr id="13314" name="Freeform 7"/>
            <p:cNvSpPr/>
            <p:nvPr/>
          </p:nvSpPr>
          <p:spPr>
            <a:xfrm flipV="1">
              <a:off x="13685" y="5275"/>
              <a:ext cx="3370" cy="1680"/>
            </a:xfrm>
            <a:custGeom>
              <a:avLst/>
              <a:gdLst/>
              <a:ahLst/>
              <a:cxnLst>
                <a:cxn ang="0">
                  <a:pos x="1067485" y="289560"/>
                </a:cxn>
                <a:cxn ang="0">
                  <a:pos x="1850308" y="1066800"/>
                </a:cxn>
                <a:cxn ang="0">
                  <a:pos x="2140054" y="1066800"/>
                </a:cxn>
                <a:cxn ang="0">
                  <a:pos x="1067485" y="0"/>
                </a:cxn>
                <a:cxn ang="0">
                  <a:pos x="0" y="1066800"/>
                </a:cxn>
                <a:cxn ang="0">
                  <a:pos x="289746" y="1066800"/>
                </a:cxn>
                <a:cxn ang="0">
                  <a:pos x="1067485" y="289560"/>
                </a:cxn>
              </a:cxnLst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" name="Teardrop 16"/>
            <p:cNvSpPr/>
            <p:nvPr/>
          </p:nvSpPr>
          <p:spPr>
            <a:xfrm rot="8100000">
              <a:off x="3247" y="4697"/>
              <a:ext cx="936" cy="936"/>
            </a:xfrm>
            <a:prstGeom prst="teardrop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13320" name="Freeform 16"/>
            <p:cNvSpPr>
              <a:spLocks noEditPoints="1"/>
            </p:cNvSpPr>
            <p:nvPr/>
          </p:nvSpPr>
          <p:spPr>
            <a:xfrm>
              <a:off x="6418" y="5040"/>
              <a:ext cx="377" cy="378"/>
            </a:xfrm>
            <a:custGeom>
              <a:avLst/>
              <a:gdLst/>
              <a:ahLst/>
              <a:cxnLst>
                <a:cxn ang="0">
                  <a:pos x="118059" y="646"/>
                </a:cxn>
                <a:cxn ang="0">
                  <a:pos x="1290" y="120827"/>
                </a:cxn>
                <a:cxn ang="0">
                  <a:pos x="121284" y="238424"/>
                </a:cxn>
                <a:cxn ang="0">
                  <a:pos x="238698" y="117597"/>
                </a:cxn>
                <a:cxn ang="0">
                  <a:pos x="118059" y="646"/>
                </a:cxn>
                <a:cxn ang="0">
                  <a:pos x="118704" y="16153"/>
                </a:cxn>
                <a:cxn ang="0">
                  <a:pos x="167734" y="27784"/>
                </a:cxn>
                <a:cxn ang="0">
                  <a:pos x="151605" y="54275"/>
                </a:cxn>
                <a:cxn ang="0">
                  <a:pos x="119994" y="47168"/>
                </a:cxn>
                <a:cxn ang="0">
                  <a:pos x="88383" y="54275"/>
                </a:cxn>
                <a:cxn ang="0">
                  <a:pos x="72254" y="27784"/>
                </a:cxn>
                <a:cxn ang="0">
                  <a:pos x="118704" y="16153"/>
                </a:cxn>
                <a:cxn ang="0">
                  <a:pos x="54836" y="151196"/>
                </a:cxn>
                <a:cxn ang="0">
                  <a:pos x="28386" y="167349"/>
                </a:cxn>
                <a:cxn ang="0">
                  <a:pos x="16773" y="120827"/>
                </a:cxn>
                <a:cxn ang="0">
                  <a:pos x="28386" y="71721"/>
                </a:cxn>
                <a:cxn ang="0">
                  <a:pos x="54836" y="87874"/>
                </a:cxn>
                <a:cxn ang="0">
                  <a:pos x="47740" y="119535"/>
                </a:cxn>
                <a:cxn ang="0">
                  <a:pos x="54836" y="151196"/>
                </a:cxn>
                <a:cxn ang="0">
                  <a:pos x="121284" y="222917"/>
                </a:cxn>
                <a:cxn ang="0">
                  <a:pos x="72254" y="211286"/>
                </a:cxn>
                <a:cxn ang="0">
                  <a:pos x="88383" y="184795"/>
                </a:cxn>
                <a:cxn ang="0">
                  <a:pos x="119994" y="191902"/>
                </a:cxn>
                <a:cxn ang="0">
                  <a:pos x="151605" y="184795"/>
                </a:cxn>
                <a:cxn ang="0">
                  <a:pos x="167734" y="211286"/>
                </a:cxn>
                <a:cxn ang="0">
                  <a:pos x="121284" y="222917"/>
                </a:cxn>
                <a:cxn ang="0">
                  <a:pos x="119994" y="176395"/>
                </a:cxn>
                <a:cxn ang="0">
                  <a:pos x="63223" y="119535"/>
                </a:cxn>
                <a:cxn ang="0">
                  <a:pos x="119994" y="62675"/>
                </a:cxn>
                <a:cxn ang="0">
                  <a:pos x="176765" y="119535"/>
                </a:cxn>
                <a:cxn ang="0">
                  <a:pos x="119994" y="176395"/>
                </a:cxn>
                <a:cxn ang="0">
                  <a:pos x="184507" y="151196"/>
                </a:cxn>
                <a:cxn ang="0">
                  <a:pos x="192249" y="119535"/>
                </a:cxn>
                <a:cxn ang="0">
                  <a:pos x="184507" y="87874"/>
                </a:cxn>
                <a:cxn ang="0">
                  <a:pos x="211602" y="71721"/>
                </a:cxn>
                <a:cxn ang="0">
                  <a:pos x="223215" y="118243"/>
                </a:cxn>
                <a:cxn ang="0">
                  <a:pos x="211602" y="167349"/>
                </a:cxn>
                <a:cxn ang="0">
                  <a:pos x="184507" y="151196"/>
                </a:cxn>
              </a:cxnLst>
              <a:pathLst>
                <a:path w="371" h="370">
                  <a:moveTo>
                    <a:pt x="183" y="1"/>
                  </a:moveTo>
                  <a:cubicBezTo>
                    <a:pt x="82" y="2"/>
                    <a:pt x="0" y="86"/>
                    <a:pt x="2" y="187"/>
                  </a:cubicBezTo>
                  <a:cubicBezTo>
                    <a:pt x="3" y="289"/>
                    <a:pt x="87" y="370"/>
                    <a:pt x="188" y="369"/>
                  </a:cubicBezTo>
                  <a:cubicBezTo>
                    <a:pt x="290" y="368"/>
                    <a:pt x="371" y="284"/>
                    <a:pt x="370" y="182"/>
                  </a:cubicBezTo>
                  <a:cubicBezTo>
                    <a:pt x="368" y="81"/>
                    <a:pt x="285" y="0"/>
                    <a:pt x="183" y="1"/>
                  </a:cubicBezTo>
                  <a:close/>
                  <a:moveTo>
                    <a:pt x="184" y="25"/>
                  </a:moveTo>
                  <a:cubicBezTo>
                    <a:pt x="211" y="25"/>
                    <a:pt x="237" y="31"/>
                    <a:pt x="260" y="43"/>
                  </a:cubicBezTo>
                  <a:cubicBezTo>
                    <a:pt x="235" y="84"/>
                    <a:pt x="235" y="84"/>
                    <a:pt x="235" y="84"/>
                  </a:cubicBezTo>
                  <a:cubicBezTo>
                    <a:pt x="220" y="77"/>
                    <a:pt x="203" y="73"/>
                    <a:pt x="186" y="73"/>
                  </a:cubicBezTo>
                  <a:cubicBezTo>
                    <a:pt x="168" y="73"/>
                    <a:pt x="151" y="77"/>
                    <a:pt x="137" y="8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33" y="32"/>
                    <a:pt x="158" y="25"/>
                    <a:pt x="184" y="25"/>
                  </a:cubicBezTo>
                  <a:close/>
                  <a:moveTo>
                    <a:pt x="85" y="234"/>
                  </a:moveTo>
                  <a:cubicBezTo>
                    <a:pt x="44" y="259"/>
                    <a:pt x="44" y="259"/>
                    <a:pt x="44" y="259"/>
                  </a:cubicBezTo>
                  <a:cubicBezTo>
                    <a:pt x="33" y="237"/>
                    <a:pt x="26" y="213"/>
                    <a:pt x="26" y="187"/>
                  </a:cubicBezTo>
                  <a:cubicBezTo>
                    <a:pt x="25" y="160"/>
                    <a:pt x="32" y="134"/>
                    <a:pt x="44" y="111"/>
                  </a:cubicBezTo>
                  <a:cubicBezTo>
                    <a:pt x="85" y="136"/>
                    <a:pt x="85" y="136"/>
                    <a:pt x="85" y="136"/>
                  </a:cubicBezTo>
                  <a:cubicBezTo>
                    <a:pt x="78" y="151"/>
                    <a:pt x="74" y="167"/>
                    <a:pt x="74" y="185"/>
                  </a:cubicBezTo>
                  <a:cubicBezTo>
                    <a:pt x="74" y="203"/>
                    <a:pt x="78" y="219"/>
                    <a:pt x="85" y="234"/>
                  </a:cubicBezTo>
                  <a:close/>
                  <a:moveTo>
                    <a:pt x="188" y="345"/>
                  </a:moveTo>
                  <a:cubicBezTo>
                    <a:pt x="161" y="345"/>
                    <a:pt x="135" y="339"/>
                    <a:pt x="112" y="327"/>
                  </a:cubicBezTo>
                  <a:cubicBezTo>
                    <a:pt x="137" y="286"/>
                    <a:pt x="137" y="286"/>
                    <a:pt x="137" y="286"/>
                  </a:cubicBezTo>
                  <a:cubicBezTo>
                    <a:pt x="151" y="293"/>
                    <a:pt x="168" y="297"/>
                    <a:pt x="186" y="297"/>
                  </a:cubicBezTo>
                  <a:cubicBezTo>
                    <a:pt x="203" y="297"/>
                    <a:pt x="220" y="293"/>
                    <a:pt x="235" y="286"/>
                  </a:cubicBezTo>
                  <a:cubicBezTo>
                    <a:pt x="260" y="327"/>
                    <a:pt x="260" y="327"/>
                    <a:pt x="260" y="327"/>
                  </a:cubicBezTo>
                  <a:cubicBezTo>
                    <a:pt x="238" y="338"/>
                    <a:pt x="214" y="345"/>
                    <a:pt x="188" y="345"/>
                  </a:cubicBezTo>
                  <a:close/>
                  <a:moveTo>
                    <a:pt x="186" y="273"/>
                  </a:moveTo>
                  <a:cubicBezTo>
                    <a:pt x="137" y="273"/>
                    <a:pt x="98" y="233"/>
                    <a:pt x="98" y="185"/>
                  </a:cubicBezTo>
                  <a:cubicBezTo>
                    <a:pt x="98" y="136"/>
                    <a:pt x="137" y="97"/>
                    <a:pt x="186" y="97"/>
                  </a:cubicBezTo>
                  <a:cubicBezTo>
                    <a:pt x="234" y="97"/>
                    <a:pt x="274" y="136"/>
                    <a:pt x="274" y="185"/>
                  </a:cubicBezTo>
                  <a:cubicBezTo>
                    <a:pt x="274" y="233"/>
                    <a:pt x="234" y="273"/>
                    <a:pt x="186" y="273"/>
                  </a:cubicBezTo>
                  <a:close/>
                  <a:moveTo>
                    <a:pt x="286" y="234"/>
                  </a:moveTo>
                  <a:cubicBezTo>
                    <a:pt x="294" y="219"/>
                    <a:pt x="298" y="203"/>
                    <a:pt x="298" y="185"/>
                  </a:cubicBezTo>
                  <a:cubicBezTo>
                    <a:pt x="298" y="167"/>
                    <a:pt x="294" y="151"/>
                    <a:pt x="286" y="136"/>
                  </a:cubicBezTo>
                  <a:cubicBezTo>
                    <a:pt x="328" y="111"/>
                    <a:pt x="328" y="111"/>
                    <a:pt x="328" y="111"/>
                  </a:cubicBezTo>
                  <a:cubicBezTo>
                    <a:pt x="339" y="133"/>
                    <a:pt x="345" y="157"/>
                    <a:pt x="346" y="183"/>
                  </a:cubicBezTo>
                  <a:cubicBezTo>
                    <a:pt x="346" y="210"/>
                    <a:pt x="340" y="236"/>
                    <a:pt x="328" y="259"/>
                  </a:cubicBezTo>
                  <a:lnTo>
                    <a:pt x="286" y="23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21" name="Freeform 7"/>
            <p:cNvSpPr/>
            <p:nvPr/>
          </p:nvSpPr>
          <p:spPr>
            <a:xfrm>
              <a:off x="10770" y="3565"/>
              <a:ext cx="3370" cy="1680"/>
            </a:xfrm>
            <a:custGeom>
              <a:avLst/>
              <a:gdLst/>
              <a:ahLst/>
              <a:cxnLst>
                <a:cxn ang="0">
                  <a:pos x="1067485" y="289560"/>
                </a:cxn>
                <a:cxn ang="0">
                  <a:pos x="1850308" y="1066800"/>
                </a:cxn>
                <a:cxn ang="0">
                  <a:pos x="2140054" y="1066800"/>
                </a:cxn>
                <a:cxn ang="0">
                  <a:pos x="1067485" y="0"/>
                </a:cxn>
                <a:cxn ang="0">
                  <a:pos x="0" y="1066800"/>
                </a:cxn>
                <a:cxn ang="0">
                  <a:pos x="289746" y="1066800"/>
                </a:cxn>
                <a:cxn ang="0">
                  <a:pos x="1067485" y="289560"/>
                </a:cxn>
              </a:cxnLst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22" name="Freeform 7"/>
            <p:cNvSpPr/>
            <p:nvPr/>
          </p:nvSpPr>
          <p:spPr>
            <a:xfrm flipV="1">
              <a:off x="7853" y="5245"/>
              <a:ext cx="3370" cy="1680"/>
            </a:xfrm>
            <a:custGeom>
              <a:avLst/>
              <a:gdLst/>
              <a:ahLst/>
              <a:cxnLst>
                <a:cxn ang="0">
                  <a:pos x="1067485" y="289560"/>
                </a:cxn>
                <a:cxn ang="0">
                  <a:pos x="1850308" y="1066800"/>
                </a:cxn>
                <a:cxn ang="0">
                  <a:pos x="2140054" y="1066800"/>
                </a:cxn>
                <a:cxn ang="0">
                  <a:pos x="1067485" y="0"/>
                </a:cxn>
                <a:cxn ang="0">
                  <a:pos x="0" y="1066800"/>
                </a:cxn>
                <a:cxn ang="0">
                  <a:pos x="289746" y="1066800"/>
                </a:cxn>
                <a:cxn ang="0">
                  <a:pos x="1067485" y="289560"/>
                </a:cxn>
              </a:cxnLst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23" name="Freeform 7"/>
            <p:cNvSpPr/>
            <p:nvPr/>
          </p:nvSpPr>
          <p:spPr>
            <a:xfrm>
              <a:off x="4935" y="3565"/>
              <a:ext cx="3370" cy="1680"/>
            </a:xfrm>
            <a:custGeom>
              <a:avLst/>
              <a:gdLst/>
              <a:ahLst/>
              <a:cxnLst>
                <a:cxn ang="0">
                  <a:pos x="1067485" y="289560"/>
                </a:cxn>
                <a:cxn ang="0">
                  <a:pos x="1850308" y="1066800"/>
                </a:cxn>
                <a:cxn ang="0">
                  <a:pos x="2140054" y="1066800"/>
                </a:cxn>
                <a:cxn ang="0">
                  <a:pos x="1067485" y="0"/>
                </a:cxn>
                <a:cxn ang="0">
                  <a:pos x="0" y="1066800"/>
                </a:cxn>
                <a:cxn ang="0">
                  <a:pos x="289746" y="1066800"/>
                </a:cxn>
                <a:cxn ang="0">
                  <a:pos x="1067485" y="289560"/>
                </a:cxn>
              </a:cxnLst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24" name="Freeform 7"/>
            <p:cNvSpPr/>
            <p:nvPr/>
          </p:nvSpPr>
          <p:spPr>
            <a:xfrm>
              <a:off x="2020" y="3565"/>
              <a:ext cx="3370" cy="1680"/>
            </a:xfrm>
            <a:custGeom>
              <a:avLst/>
              <a:gdLst/>
              <a:ahLst/>
              <a:cxnLst>
                <a:cxn ang="0">
                  <a:pos x="1067485" y="289560"/>
                </a:cxn>
                <a:cxn ang="0">
                  <a:pos x="1850308" y="1066800"/>
                </a:cxn>
                <a:cxn ang="0">
                  <a:pos x="2140054" y="1066800"/>
                </a:cxn>
                <a:cxn ang="0">
                  <a:pos x="1067485" y="0"/>
                </a:cxn>
                <a:cxn ang="0">
                  <a:pos x="0" y="1066800"/>
                </a:cxn>
                <a:cxn ang="0">
                  <a:pos x="289746" y="1066800"/>
                </a:cxn>
                <a:cxn ang="0">
                  <a:pos x="1067485" y="289560"/>
                </a:cxn>
              </a:cxnLst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25" name="Freeform 7"/>
            <p:cNvSpPr/>
            <p:nvPr/>
          </p:nvSpPr>
          <p:spPr>
            <a:xfrm flipV="1">
              <a:off x="2020" y="5245"/>
              <a:ext cx="3370" cy="1680"/>
            </a:xfrm>
            <a:custGeom>
              <a:avLst/>
              <a:gdLst/>
              <a:ahLst/>
              <a:cxnLst>
                <a:cxn ang="0">
                  <a:pos x="1067485" y="289560"/>
                </a:cxn>
                <a:cxn ang="0">
                  <a:pos x="1850308" y="1066800"/>
                </a:cxn>
                <a:cxn ang="0">
                  <a:pos x="2140054" y="1066800"/>
                </a:cxn>
                <a:cxn ang="0">
                  <a:pos x="1067485" y="0"/>
                </a:cxn>
                <a:cxn ang="0">
                  <a:pos x="0" y="1066800"/>
                </a:cxn>
                <a:cxn ang="0">
                  <a:pos x="289746" y="1066800"/>
                </a:cxn>
                <a:cxn ang="0">
                  <a:pos x="1067485" y="289560"/>
                </a:cxn>
              </a:cxnLst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26" name="Freeform 7"/>
            <p:cNvSpPr/>
            <p:nvPr/>
          </p:nvSpPr>
          <p:spPr>
            <a:xfrm flipV="1">
              <a:off x="4935" y="5245"/>
              <a:ext cx="3370" cy="1680"/>
            </a:xfrm>
            <a:custGeom>
              <a:avLst/>
              <a:gdLst/>
              <a:ahLst/>
              <a:cxnLst>
                <a:cxn ang="0">
                  <a:pos x="1067485" y="289560"/>
                </a:cxn>
                <a:cxn ang="0">
                  <a:pos x="1850308" y="1066800"/>
                </a:cxn>
                <a:cxn ang="0">
                  <a:pos x="2140054" y="1066800"/>
                </a:cxn>
                <a:cxn ang="0">
                  <a:pos x="1067485" y="0"/>
                </a:cxn>
                <a:cxn ang="0">
                  <a:pos x="0" y="1066800"/>
                </a:cxn>
                <a:cxn ang="0">
                  <a:pos x="289746" y="1066800"/>
                </a:cxn>
                <a:cxn ang="0">
                  <a:pos x="1067485" y="289560"/>
                </a:cxn>
              </a:cxnLst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27" name="Freeform 7"/>
            <p:cNvSpPr/>
            <p:nvPr/>
          </p:nvSpPr>
          <p:spPr>
            <a:xfrm>
              <a:off x="7853" y="3565"/>
              <a:ext cx="3370" cy="1680"/>
            </a:xfrm>
            <a:custGeom>
              <a:avLst/>
              <a:gdLst/>
              <a:ahLst/>
              <a:cxnLst>
                <a:cxn ang="0">
                  <a:pos x="1067485" y="289560"/>
                </a:cxn>
                <a:cxn ang="0">
                  <a:pos x="1850308" y="1066800"/>
                </a:cxn>
                <a:cxn ang="0">
                  <a:pos x="2140054" y="1066800"/>
                </a:cxn>
                <a:cxn ang="0">
                  <a:pos x="1067485" y="0"/>
                </a:cxn>
                <a:cxn ang="0">
                  <a:pos x="0" y="1066800"/>
                </a:cxn>
                <a:cxn ang="0">
                  <a:pos x="289746" y="1066800"/>
                </a:cxn>
                <a:cxn ang="0">
                  <a:pos x="1067485" y="289560"/>
                </a:cxn>
              </a:cxnLst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28" name="Freeform 7"/>
            <p:cNvSpPr/>
            <p:nvPr/>
          </p:nvSpPr>
          <p:spPr>
            <a:xfrm flipV="1">
              <a:off x="10770" y="5245"/>
              <a:ext cx="3370" cy="1680"/>
            </a:xfrm>
            <a:custGeom>
              <a:avLst/>
              <a:gdLst/>
              <a:ahLst/>
              <a:cxnLst>
                <a:cxn ang="0">
                  <a:pos x="1067485" y="289560"/>
                </a:cxn>
                <a:cxn ang="0">
                  <a:pos x="1850308" y="1066800"/>
                </a:cxn>
                <a:cxn ang="0">
                  <a:pos x="2140054" y="1066800"/>
                </a:cxn>
                <a:cxn ang="0">
                  <a:pos x="1067485" y="0"/>
                </a:cxn>
                <a:cxn ang="0">
                  <a:pos x="0" y="1066800"/>
                </a:cxn>
                <a:cxn ang="0">
                  <a:pos x="289746" y="1066800"/>
                </a:cxn>
                <a:cxn ang="0">
                  <a:pos x="1067485" y="289560"/>
                </a:cxn>
              </a:cxnLst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30" name="Freeform 26"/>
            <p:cNvSpPr>
              <a:spLocks noEditPoints="1"/>
            </p:cNvSpPr>
            <p:nvPr/>
          </p:nvSpPr>
          <p:spPr>
            <a:xfrm>
              <a:off x="12343" y="5055"/>
              <a:ext cx="275" cy="348"/>
            </a:xfrm>
            <a:custGeom>
              <a:avLst/>
              <a:gdLst/>
              <a:ahLst/>
              <a:cxnLst>
                <a:cxn ang="0">
                  <a:pos x="170101" y="54133"/>
                </a:cxn>
                <a:cxn ang="0">
                  <a:pos x="103373" y="6015"/>
                </a:cxn>
                <a:cxn ang="0">
                  <a:pos x="51413" y="68896"/>
                </a:cxn>
                <a:cxn ang="0">
                  <a:pos x="59617" y="95142"/>
                </a:cxn>
                <a:cxn ang="0">
                  <a:pos x="3282" y="179348"/>
                </a:cxn>
                <a:cxn ang="0">
                  <a:pos x="547" y="191925"/>
                </a:cxn>
                <a:cxn ang="0">
                  <a:pos x="4376" y="213249"/>
                </a:cxn>
                <a:cxn ang="0">
                  <a:pos x="12033" y="219264"/>
                </a:cxn>
                <a:cxn ang="0">
                  <a:pos x="28441" y="215983"/>
                </a:cxn>
                <a:cxn ang="0">
                  <a:pos x="38833" y="208875"/>
                </a:cxn>
                <a:cxn ang="0">
                  <a:pos x="60711" y="172787"/>
                </a:cxn>
                <a:cxn ang="0">
                  <a:pos x="61258" y="172787"/>
                </a:cxn>
                <a:cxn ang="0">
                  <a:pos x="76573" y="170053"/>
                </a:cxn>
                <a:cxn ang="0">
                  <a:pos x="102279" y="127403"/>
                </a:cxn>
                <a:cxn ang="0">
                  <a:pos x="130720" y="126856"/>
                </a:cxn>
                <a:cxn ang="0">
                  <a:pos x="170101" y="54133"/>
                </a:cxn>
                <a:cxn ang="0">
                  <a:pos x="142206" y="71083"/>
                </a:cxn>
                <a:cxn ang="0">
                  <a:pos x="112671" y="65615"/>
                </a:cxn>
                <a:cxn ang="0">
                  <a:pos x="97904" y="38822"/>
                </a:cxn>
                <a:cxn ang="0">
                  <a:pos x="135643" y="31714"/>
                </a:cxn>
                <a:cxn ang="0">
                  <a:pos x="142206" y="71083"/>
                </a:cxn>
              </a:cxnLst>
              <a:pathLst>
                <a:path w="321" h="402">
                  <a:moveTo>
                    <a:pt x="311" y="99"/>
                  </a:moveTo>
                  <a:cubicBezTo>
                    <a:pt x="301" y="40"/>
                    <a:pt x="246" y="0"/>
                    <a:pt x="189" y="11"/>
                  </a:cubicBezTo>
                  <a:cubicBezTo>
                    <a:pt x="132" y="21"/>
                    <a:pt x="84" y="67"/>
                    <a:pt x="94" y="126"/>
                  </a:cubicBezTo>
                  <a:cubicBezTo>
                    <a:pt x="96" y="139"/>
                    <a:pt x="102" y="159"/>
                    <a:pt x="109" y="174"/>
                  </a:cubicBezTo>
                  <a:cubicBezTo>
                    <a:pt x="6" y="328"/>
                    <a:pt x="6" y="328"/>
                    <a:pt x="6" y="328"/>
                  </a:cubicBezTo>
                  <a:cubicBezTo>
                    <a:pt x="2" y="334"/>
                    <a:pt x="0" y="344"/>
                    <a:pt x="1" y="351"/>
                  </a:cubicBezTo>
                  <a:cubicBezTo>
                    <a:pt x="8" y="390"/>
                    <a:pt x="8" y="390"/>
                    <a:pt x="8" y="390"/>
                  </a:cubicBezTo>
                  <a:cubicBezTo>
                    <a:pt x="9" y="397"/>
                    <a:pt x="15" y="402"/>
                    <a:pt x="22" y="401"/>
                  </a:cubicBezTo>
                  <a:cubicBezTo>
                    <a:pt x="52" y="395"/>
                    <a:pt x="52" y="395"/>
                    <a:pt x="52" y="395"/>
                  </a:cubicBezTo>
                  <a:cubicBezTo>
                    <a:pt x="59" y="394"/>
                    <a:pt x="67" y="388"/>
                    <a:pt x="71" y="382"/>
                  </a:cubicBezTo>
                  <a:cubicBezTo>
                    <a:pt x="111" y="316"/>
                    <a:pt x="111" y="316"/>
                    <a:pt x="111" y="316"/>
                  </a:cubicBezTo>
                  <a:cubicBezTo>
                    <a:pt x="112" y="316"/>
                    <a:pt x="112" y="316"/>
                    <a:pt x="112" y="316"/>
                  </a:cubicBezTo>
                  <a:cubicBezTo>
                    <a:pt x="140" y="311"/>
                    <a:pt x="140" y="311"/>
                    <a:pt x="140" y="311"/>
                  </a:cubicBezTo>
                  <a:cubicBezTo>
                    <a:pt x="187" y="233"/>
                    <a:pt x="187" y="233"/>
                    <a:pt x="187" y="233"/>
                  </a:cubicBezTo>
                  <a:cubicBezTo>
                    <a:pt x="203" y="236"/>
                    <a:pt x="226" y="235"/>
                    <a:pt x="239" y="232"/>
                  </a:cubicBezTo>
                  <a:cubicBezTo>
                    <a:pt x="296" y="222"/>
                    <a:pt x="321" y="159"/>
                    <a:pt x="311" y="99"/>
                  </a:cubicBezTo>
                  <a:close/>
                  <a:moveTo>
                    <a:pt x="260" y="130"/>
                  </a:moveTo>
                  <a:cubicBezTo>
                    <a:pt x="244" y="153"/>
                    <a:pt x="228" y="137"/>
                    <a:pt x="206" y="120"/>
                  </a:cubicBezTo>
                  <a:cubicBezTo>
                    <a:pt x="184" y="104"/>
                    <a:pt x="163" y="94"/>
                    <a:pt x="179" y="71"/>
                  </a:cubicBezTo>
                  <a:cubicBezTo>
                    <a:pt x="195" y="47"/>
                    <a:pt x="226" y="42"/>
                    <a:pt x="248" y="58"/>
                  </a:cubicBezTo>
                  <a:cubicBezTo>
                    <a:pt x="270" y="74"/>
                    <a:pt x="276" y="107"/>
                    <a:pt x="260" y="130"/>
                  </a:cubicBez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31" name="Freeform 7"/>
            <p:cNvSpPr/>
            <p:nvPr/>
          </p:nvSpPr>
          <p:spPr>
            <a:xfrm>
              <a:off x="13685" y="3595"/>
              <a:ext cx="3370" cy="1680"/>
            </a:xfrm>
            <a:custGeom>
              <a:avLst/>
              <a:gdLst/>
              <a:ahLst/>
              <a:cxnLst>
                <a:cxn ang="0">
                  <a:pos x="1067485" y="289560"/>
                </a:cxn>
                <a:cxn ang="0">
                  <a:pos x="1850308" y="1066800"/>
                </a:cxn>
                <a:cxn ang="0">
                  <a:pos x="2140054" y="1066800"/>
                </a:cxn>
                <a:cxn ang="0">
                  <a:pos x="1067485" y="0"/>
                </a:cxn>
                <a:cxn ang="0">
                  <a:pos x="0" y="1066800"/>
                </a:cxn>
                <a:cxn ang="0">
                  <a:pos x="289746" y="1066800"/>
                </a:cxn>
                <a:cxn ang="0">
                  <a:pos x="1067485" y="289560"/>
                </a:cxn>
              </a:cxnLst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3448" y="4840"/>
              <a:ext cx="496" cy="6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sz="2400" b="1">
                  <a:solidFill>
                    <a:schemeClr val="bg1"/>
                  </a:solidFill>
                  <a:latin typeface="Arial Bold" panose="020B0704020202020204" charset="0"/>
                  <a:cs typeface="Arial Bold" panose="020B0704020202020204" charset="0"/>
                </a:rPr>
                <a:t>1</a:t>
              </a:r>
              <a:endParaRPr lang="en-US" sz="2400" b="1">
                <a:solidFill>
                  <a:schemeClr val="bg1"/>
                </a:solidFill>
                <a:latin typeface="Arial Bold" panose="020B0704020202020204" charset="0"/>
                <a:cs typeface="Arial Bold" panose="020B0704020202020204" charset="0"/>
              </a:endParaRPr>
            </a:p>
          </p:txBody>
        </p:sp>
        <p:sp>
          <p:nvSpPr>
            <p:cNvPr id="5" name="Teardrop 16"/>
            <p:cNvSpPr/>
            <p:nvPr/>
          </p:nvSpPr>
          <p:spPr>
            <a:xfrm rot="8100000">
              <a:off x="6150" y="4697"/>
              <a:ext cx="936" cy="936"/>
            </a:xfrm>
            <a:prstGeom prst="teardrop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6" name="Teardrop 16"/>
            <p:cNvSpPr/>
            <p:nvPr/>
          </p:nvSpPr>
          <p:spPr>
            <a:xfrm rot="8100000">
              <a:off x="9069" y="4697"/>
              <a:ext cx="936" cy="936"/>
            </a:xfrm>
            <a:prstGeom prst="teardrop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8" name="Teardrop 16"/>
            <p:cNvSpPr/>
            <p:nvPr/>
          </p:nvSpPr>
          <p:spPr>
            <a:xfrm rot="8100000">
              <a:off x="11988" y="4697"/>
              <a:ext cx="936" cy="936"/>
            </a:xfrm>
            <a:prstGeom prst="teardrop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11" name="Teardrop 16"/>
            <p:cNvSpPr/>
            <p:nvPr/>
          </p:nvSpPr>
          <p:spPr>
            <a:xfrm rot="8100000">
              <a:off x="14907" y="4697"/>
              <a:ext cx="936" cy="936"/>
            </a:xfrm>
            <a:prstGeom prst="teardrop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6348" y="4840"/>
              <a:ext cx="496" cy="6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sz="2400" b="1">
                  <a:solidFill>
                    <a:schemeClr val="bg1"/>
                  </a:solidFill>
                  <a:latin typeface="Arial Bold" panose="020B0704020202020204" charset="0"/>
                  <a:cs typeface="Arial Bold" panose="020B0704020202020204" charset="0"/>
                </a:rPr>
                <a:t>2</a:t>
              </a:r>
              <a:endParaRPr lang="en-US" sz="2400" b="1">
                <a:solidFill>
                  <a:schemeClr val="bg1"/>
                </a:solidFill>
                <a:latin typeface="Arial Bold" panose="020B0704020202020204" charset="0"/>
                <a:cs typeface="Arial Bold" panose="020B0704020202020204" charset="0"/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9264" y="4840"/>
              <a:ext cx="496" cy="6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sz="2400" b="1">
                  <a:solidFill>
                    <a:schemeClr val="bg1"/>
                  </a:solidFill>
                  <a:latin typeface="Arial Bold" panose="020B0704020202020204" charset="0"/>
                  <a:cs typeface="Arial Bold" panose="020B0704020202020204" charset="0"/>
                </a:rPr>
                <a:t>3</a:t>
              </a:r>
              <a:endParaRPr lang="en-US" sz="2400" b="1">
                <a:solidFill>
                  <a:schemeClr val="bg1"/>
                </a:solidFill>
                <a:latin typeface="Arial Bold" panose="020B0704020202020204" charset="0"/>
                <a:cs typeface="Arial Bold" panose="020B0704020202020204" charset="0"/>
              </a:endParaRPr>
            </a:p>
          </p:txBody>
        </p:sp>
        <p:sp>
          <p:nvSpPr>
            <p:cNvPr id="15" name="Text Box 14"/>
            <p:cNvSpPr txBox="1"/>
            <p:nvPr/>
          </p:nvSpPr>
          <p:spPr>
            <a:xfrm>
              <a:off x="12189" y="4840"/>
              <a:ext cx="496" cy="6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sz="2400" b="1">
                  <a:solidFill>
                    <a:schemeClr val="bg1"/>
                  </a:solidFill>
                  <a:latin typeface="Arial Bold" panose="020B0704020202020204" charset="0"/>
                  <a:cs typeface="Arial Bold" panose="020B0704020202020204" charset="0"/>
                </a:rPr>
                <a:t>4</a:t>
              </a:r>
              <a:endParaRPr lang="en-US" sz="2400" b="1">
                <a:solidFill>
                  <a:schemeClr val="bg1"/>
                </a:solidFill>
                <a:latin typeface="Arial Bold" panose="020B0704020202020204" charset="0"/>
                <a:cs typeface="Arial Bold" panose="020B0704020202020204" charset="0"/>
              </a:endParaRPr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15114" y="4865"/>
              <a:ext cx="496" cy="6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sz="2400" b="1">
                  <a:solidFill>
                    <a:schemeClr val="bg1"/>
                  </a:solidFill>
                  <a:latin typeface="Arial Bold" panose="020B0704020202020204" charset="0"/>
                  <a:cs typeface="Arial Bold" panose="020B0704020202020204" charset="0"/>
                </a:rPr>
                <a:t>5</a:t>
              </a:r>
              <a:endParaRPr lang="en-US" sz="2400" b="1">
                <a:solidFill>
                  <a:schemeClr val="bg1"/>
                </a:solidFill>
                <a:latin typeface="Arial Bold" panose="020B0704020202020204" charset="0"/>
                <a:cs typeface="Arial Bold" panose="020B070402020202020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490538" y="155575"/>
            <a:ext cx="2494280" cy="589280"/>
          </a:xfr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DFDFD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</a:rPr>
              <a:t>ANALYSIS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DFDFD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784350" y="2676525"/>
            <a:ext cx="1993392" cy="1993900"/>
            <a:chOff x="2010" y="4215"/>
            <a:chExt cx="4952" cy="3140"/>
          </a:xfrm>
        </p:grpSpPr>
        <p:sp>
          <p:nvSpPr>
            <p:cNvPr id="6" name="Rectangle 5">
              <a:hlinkHover r:id="" action="ppaction://hlinkshowjump?jump=nextslide"/>
            </p:cNvPr>
            <p:cNvSpPr/>
            <p:nvPr/>
          </p:nvSpPr>
          <p:spPr>
            <a:xfrm>
              <a:off x="2010" y="4215"/>
              <a:ext cx="4953" cy="3140"/>
            </a:xfrm>
            <a:prstGeom prst="rect">
              <a:avLst/>
            </a:prstGeom>
            <a:solidFill>
              <a:srgbClr val="555A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13"/>
            <p:cNvSpPr txBox="1"/>
            <p:nvPr/>
          </p:nvSpPr>
          <p:spPr>
            <a:xfrm>
              <a:off x="3913" y="4808"/>
              <a:ext cx="1005" cy="2132"/>
            </a:xfrm>
            <a:prstGeom prst="rect">
              <a:avLst/>
            </a:prstGeom>
            <a:solidFill>
              <a:srgbClr val="555A5E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r>
                <a:rPr lang="en-US" altLang="zh-CN" sz="8800" b="1" dirty="0">
                  <a:solidFill>
                    <a:schemeClr val="bg1"/>
                  </a:solidFill>
                  <a:latin typeface="Arial" panose="020B0704020202020204" pitchFamily="34" charset="0"/>
                  <a:sym typeface="Arial" panose="020B0704020202020204" pitchFamily="34" charset="0"/>
                </a:rPr>
                <a:t>1</a:t>
              </a: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022725" y="2676525"/>
            <a:ext cx="1993392" cy="1993900"/>
            <a:chOff x="7185" y="4215"/>
            <a:chExt cx="4952" cy="3140"/>
          </a:xfrm>
        </p:grpSpPr>
        <p:sp>
          <p:nvSpPr>
            <p:cNvPr id="2" name="Rectangle 5">
              <a:hlinkHover r:id="rId1" action="ppaction://hlinksldjump"/>
            </p:cNvPr>
            <p:cNvSpPr/>
            <p:nvPr/>
          </p:nvSpPr>
          <p:spPr>
            <a:xfrm>
              <a:off x="7185" y="4215"/>
              <a:ext cx="4953" cy="31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3"/>
            <p:cNvSpPr txBox="1"/>
            <p:nvPr/>
          </p:nvSpPr>
          <p:spPr>
            <a:xfrm>
              <a:off x="9139" y="4808"/>
              <a:ext cx="1005" cy="2132"/>
            </a:xfrm>
            <a:prstGeom prst="rect">
              <a:avLst/>
            </a:prstGeom>
            <a:solidFill>
              <a:srgbClr val="FFC000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r>
                <a:rPr lang="en-US" altLang="zh-CN" sz="8800" b="1" dirty="0">
                  <a:solidFill>
                    <a:schemeClr val="bg1"/>
                  </a:solidFill>
                  <a:latin typeface="Arial" panose="020B0704020202020204" pitchFamily="34" charset="0"/>
                  <a:sym typeface="Arial" panose="020B0704020202020204" pitchFamily="34" charset="0"/>
                </a:rPr>
                <a:t>2</a:t>
              </a: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267450" y="2660650"/>
            <a:ext cx="1993392" cy="1993900"/>
            <a:chOff x="12320" y="4215"/>
            <a:chExt cx="4952" cy="3140"/>
          </a:xfrm>
        </p:grpSpPr>
        <p:sp>
          <p:nvSpPr>
            <p:cNvPr id="5124" name="Rectangle 6">
              <a:hlinkHover r:id="rId2" action="ppaction://hlinksldjump"/>
            </p:cNvPr>
            <p:cNvSpPr/>
            <p:nvPr/>
          </p:nvSpPr>
          <p:spPr>
            <a:xfrm>
              <a:off x="12320" y="4215"/>
              <a:ext cx="4953" cy="3140"/>
            </a:xfrm>
            <a:prstGeom prst="rect">
              <a:avLst/>
            </a:prstGeom>
            <a:solidFill>
              <a:srgbClr val="595959"/>
            </a:solidFill>
            <a:ln w="9525">
              <a:noFill/>
            </a:ln>
          </p:spPr>
          <p:txBody>
            <a:bodyPr lIns="0" tIns="0" rIns="0" bIns="0"/>
            <a:p>
              <a:pPr eaLnBrk="1" hangingPunct="1"/>
              <a:endParaRPr lang="id-ID" altLang="zh-CN" dirty="0">
                <a:latin typeface="Arial" panose="020B0704020202020204" pitchFamily="34" charset="0"/>
              </a:endParaRPr>
            </a:p>
          </p:txBody>
        </p:sp>
        <p:sp>
          <p:nvSpPr>
            <p:cNvPr id="12" name="TextBox 13"/>
            <p:cNvSpPr txBox="1"/>
            <p:nvPr/>
          </p:nvSpPr>
          <p:spPr>
            <a:xfrm>
              <a:off x="14240" y="4808"/>
              <a:ext cx="1005" cy="2132"/>
            </a:xfrm>
            <a:prstGeom prst="rect">
              <a:avLst/>
            </a:prstGeom>
            <a:solidFill>
              <a:srgbClr val="555A5E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r>
                <a:rPr lang="en-US" altLang="zh-CN" sz="8800" b="1" dirty="0">
                  <a:solidFill>
                    <a:schemeClr val="bg1"/>
                  </a:solidFill>
                  <a:latin typeface="Arial" panose="020B0704020202020204" pitchFamily="34" charset="0"/>
                  <a:sym typeface="Arial" panose="020B0704020202020204" pitchFamily="34" charset="0"/>
                </a:rPr>
                <a:t>3</a:t>
              </a: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512175" y="2660650"/>
            <a:ext cx="1993795" cy="1993900"/>
            <a:chOff x="7185" y="4215"/>
            <a:chExt cx="4953" cy="3140"/>
          </a:xfrm>
        </p:grpSpPr>
        <p:sp>
          <p:nvSpPr>
            <p:cNvPr id="11" name="Rectangle 5">
              <a:hlinkHover r:id="rId3" action="ppaction://hlinksldjump"/>
            </p:cNvPr>
            <p:cNvSpPr/>
            <p:nvPr/>
          </p:nvSpPr>
          <p:spPr>
            <a:xfrm>
              <a:off x="7185" y="4215"/>
              <a:ext cx="4953" cy="31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139" y="4808"/>
              <a:ext cx="1005" cy="2132"/>
            </a:xfrm>
            <a:prstGeom prst="rect">
              <a:avLst/>
            </a:prstGeom>
            <a:solidFill>
              <a:srgbClr val="FFC000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r>
                <a:rPr lang="en-US" altLang="zh-CN" sz="8800" b="1" dirty="0">
                  <a:solidFill>
                    <a:schemeClr val="bg1"/>
                  </a:solidFill>
                  <a:latin typeface="Arial" panose="020B0704020202020204" pitchFamily="34" charset="0"/>
                  <a:sym typeface="Arial" panose="020B0704020202020204" pitchFamily="34" charset="0"/>
                </a:rPr>
                <a:t>4</a:t>
              </a: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>
        <p14:doors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490538" y="155575"/>
            <a:ext cx="2494280" cy="589280"/>
          </a:xfr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DFDFD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</a:rPr>
              <a:t>ANALYSIS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DFDFD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81100" y="2057400"/>
            <a:ext cx="3146425" cy="1993900"/>
          </a:xfrm>
          <a:prstGeom prst="rect">
            <a:avLst/>
          </a:prstGeom>
          <a:solidFill>
            <a:srgbClr val="555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594225" y="2057400"/>
            <a:ext cx="1993392" cy="1993900"/>
            <a:chOff x="7185" y="4215"/>
            <a:chExt cx="4952" cy="3140"/>
          </a:xfrm>
        </p:grpSpPr>
        <p:sp>
          <p:nvSpPr>
            <p:cNvPr id="2" name="Rectangle 5">
              <a:hlinkHover r:id="" action="ppaction://hlinkshowjump?jump=nextslide"/>
            </p:cNvPr>
            <p:cNvSpPr/>
            <p:nvPr/>
          </p:nvSpPr>
          <p:spPr>
            <a:xfrm>
              <a:off x="7185" y="4215"/>
              <a:ext cx="4953" cy="31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3"/>
            <p:cNvSpPr txBox="1"/>
            <p:nvPr/>
          </p:nvSpPr>
          <p:spPr>
            <a:xfrm>
              <a:off x="9139" y="4808"/>
              <a:ext cx="1005" cy="2132"/>
            </a:xfrm>
            <a:prstGeom prst="rect">
              <a:avLst/>
            </a:prstGeom>
            <a:solidFill>
              <a:srgbClr val="FFC000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r>
                <a:rPr lang="en-US" altLang="zh-CN" sz="8800" b="1" dirty="0">
                  <a:solidFill>
                    <a:schemeClr val="bg1"/>
                  </a:solidFill>
                  <a:latin typeface="Arial" panose="020B0704020202020204" pitchFamily="34" charset="0"/>
                  <a:sym typeface="Arial" panose="020B0704020202020204" pitchFamily="34" charset="0"/>
                </a:rPr>
                <a:t>2</a:t>
              </a: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838950" y="2041525"/>
            <a:ext cx="1993392" cy="1993900"/>
            <a:chOff x="12320" y="4215"/>
            <a:chExt cx="4952" cy="3140"/>
          </a:xfrm>
        </p:grpSpPr>
        <p:sp>
          <p:nvSpPr>
            <p:cNvPr id="5124" name="Rectangle 6">
              <a:hlinkHover r:id="rId1" action="ppaction://hlinksldjump"/>
            </p:cNvPr>
            <p:cNvSpPr/>
            <p:nvPr/>
          </p:nvSpPr>
          <p:spPr>
            <a:xfrm>
              <a:off x="12320" y="4215"/>
              <a:ext cx="4953" cy="3140"/>
            </a:xfrm>
            <a:prstGeom prst="rect">
              <a:avLst/>
            </a:prstGeom>
            <a:solidFill>
              <a:srgbClr val="595959"/>
            </a:solidFill>
            <a:ln w="9525">
              <a:noFill/>
            </a:ln>
          </p:spPr>
          <p:txBody>
            <a:bodyPr lIns="0" tIns="0" rIns="0" bIns="0"/>
            <a:p>
              <a:pPr eaLnBrk="1" hangingPunct="1"/>
              <a:endParaRPr lang="id-ID" altLang="zh-CN" dirty="0">
                <a:latin typeface="Arial" panose="020B0704020202020204" pitchFamily="34" charset="0"/>
              </a:endParaRPr>
            </a:p>
          </p:txBody>
        </p:sp>
        <p:sp>
          <p:nvSpPr>
            <p:cNvPr id="12" name="TextBox 13"/>
            <p:cNvSpPr txBox="1"/>
            <p:nvPr/>
          </p:nvSpPr>
          <p:spPr>
            <a:xfrm>
              <a:off x="14240" y="4808"/>
              <a:ext cx="1005" cy="2132"/>
            </a:xfrm>
            <a:prstGeom prst="rect">
              <a:avLst/>
            </a:prstGeom>
            <a:solidFill>
              <a:srgbClr val="555A5E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r>
                <a:rPr lang="en-US" altLang="zh-CN" sz="8800" b="1" dirty="0">
                  <a:solidFill>
                    <a:schemeClr val="bg1"/>
                  </a:solidFill>
                  <a:latin typeface="Arial" panose="020B0704020202020204" pitchFamily="34" charset="0"/>
                  <a:sym typeface="Arial" panose="020B0704020202020204" pitchFamily="34" charset="0"/>
                </a:rPr>
                <a:t>3</a:t>
              </a: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083675" y="2041525"/>
            <a:ext cx="1993795" cy="1993900"/>
            <a:chOff x="7185" y="4215"/>
            <a:chExt cx="4953" cy="3140"/>
          </a:xfrm>
        </p:grpSpPr>
        <p:sp>
          <p:nvSpPr>
            <p:cNvPr id="11" name="Rectangle 5"/>
            <p:cNvSpPr/>
            <p:nvPr/>
          </p:nvSpPr>
          <p:spPr>
            <a:xfrm>
              <a:off x="7185" y="4215"/>
              <a:ext cx="4953" cy="31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139" y="4808"/>
              <a:ext cx="1005" cy="2132"/>
            </a:xfrm>
            <a:prstGeom prst="rect">
              <a:avLst/>
            </a:prstGeom>
            <a:solidFill>
              <a:srgbClr val="FFC000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r>
                <a:rPr lang="en-US" altLang="zh-CN" sz="8800" b="1" dirty="0">
                  <a:solidFill>
                    <a:schemeClr val="bg1"/>
                  </a:solidFill>
                  <a:latin typeface="Arial" panose="020B0704020202020204" pitchFamily="34" charset="0"/>
                  <a:sym typeface="Arial" panose="020B0704020202020204" pitchFamily="34" charset="0"/>
                </a:rPr>
                <a:t>4</a:t>
              </a: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sp>
        <p:nvSpPr>
          <p:cNvPr id="394" name="Freeform 32"/>
          <p:cNvSpPr>
            <a:spLocks noChangeArrowheads="1"/>
          </p:cNvSpPr>
          <p:nvPr/>
        </p:nvSpPr>
        <p:spPr bwMode="auto">
          <a:xfrm>
            <a:off x="2148840" y="2743835"/>
            <a:ext cx="1181100" cy="589915"/>
          </a:xfrm>
          <a:custGeom>
            <a:avLst/>
            <a:gdLst>
              <a:gd name="T0" fmla="*/ 208635 w 609"/>
              <a:gd name="T1" fmla="*/ 61053 h 305"/>
              <a:gd name="T2" fmla="*/ 208635 w 609"/>
              <a:gd name="T3" fmla="*/ 61053 h 305"/>
              <a:gd name="T4" fmla="*/ 198563 w 609"/>
              <a:gd name="T5" fmla="*/ 50638 h 305"/>
              <a:gd name="T6" fmla="*/ 198563 w 609"/>
              <a:gd name="T7" fmla="*/ 35555 h 305"/>
              <a:gd name="T8" fmla="*/ 147484 w 609"/>
              <a:gd name="T9" fmla="*/ 86193 h 305"/>
              <a:gd name="T10" fmla="*/ 147484 w 609"/>
              <a:gd name="T11" fmla="*/ 86193 h 305"/>
              <a:gd name="T12" fmla="*/ 127339 w 609"/>
              <a:gd name="T13" fmla="*/ 104150 h 305"/>
              <a:gd name="T14" fmla="*/ 127339 w 609"/>
              <a:gd name="T15" fmla="*/ 104150 h 305"/>
              <a:gd name="T16" fmla="*/ 119785 w 609"/>
              <a:gd name="T17" fmla="*/ 109178 h 305"/>
              <a:gd name="T18" fmla="*/ 111872 w 609"/>
              <a:gd name="T19" fmla="*/ 104150 h 305"/>
              <a:gd name="T20" fmla="*/ 111872 w 609"/>
              <a:gd name="T21" fmla="*/ 104150 h 305"/>
              <a:gd name="T22" fmla="*/ 66188 w 609"/>
              <a:gd name="T23" fmla="*/ 58539 h 305"/>
              <a:gd name="T24" fmla="*/ 17986 w 609"/>
              <a:gd name="T25" fmla="*/ 104150 h 305"/>
              <a:gd name="T26" fmla="*/ 17986 w 609"/>
              <a:gd name="T27" fmla="*/ 104150 h 305"/>
              <a:gd name="T28" fmla="*/ 10432 w 609"/>
              <a:gd name="T29" fmla="*/ 109178 h 305"/>
              <a:gd name="T30" fmla="*/ 0 w 609"/>
              <a:gd name="T31" fmla="*/ 99122 h 305"/>
              <a:gd name="T32" fmla="*/ 5396 w 609"/>
              <a:gd name="T33" fmla="*/ 91221 h 305"/>
              <a:gd name="T34" fmla="*/ 5396 w 609"/>
              <a:gd name="T35" fmla="*/ 91221 h 305"/>
              <a:gd name="T36" fmla="*/ 58634 w 609"/>
              <a:gd name="T37" fmla="*/ 38069 h 305"/>
              <a:gd name="T38" fmla="*/ 58634 w 609"/>
              <a:gd name="T39" fmla="*/ 38069 h 305"/>
              <a:gd name="T40" fmla="*/ 66188 w 609"/>
              <a:gd name="T41" fmla="*/ 33041 h 305"/>
              <a:gd name="T42" fmla="*/ 71224 w 609"/>
              <a:gd name="T43" fmla="*/ 38069 h 305"/>
              <a:gd name="T44" fmla="*/ 71224 w 609"/>
              <a:gd name="T45" fmla="*/ 38069 h 305"/>
              <a:gd name="T46" fmla="*/ 119785 w 609"/>
              <a:gd name="T47" fmla="*/ 83679 h 305"/>
              <a:gd name="T48" fmla="*/ 132375 w 609"/>
              <a:gd name="T49" fmla="*/ 71109 h 305"/>
              <a:gd name="T50" fmla="*/ 132375 w 609"/>
              <a:gd name="T51" fmla="*/ 71109 h 305"/>
              <a:gd name="T52" fmla="*/ 134893 w 609"/>
              <a:gd name="T53" fmla="*/ 68595 h 305"/>
              <a:gd name="T54" fmla="*/ 139929 w 609"/>
              <a:gd name="T55" fmla="*/ 63567 h 305"/>
              <a:gd name="T56" fmla="*/ 139929 w 609"/>
              <a:gd name="T57" fmla="*/ 63567 h 305"/>
              <a:gd name="T58" fmla="*/ 183095 w 609"/>
              <a:gd name="T59" fmla="*/ 20471 h 305"/>
              <a:gd name="T60" fmla="*/ 167987 w 609"/>
              <a:gd name="T61" fmla="*/ 20471 h 305"/>
              <a:gd name="T62" fmla="*/ 157915 w 609"/>
              <a:gd name="T63" fmla="*/ 10056 h 305"/>
              <a:gd name="T64" fmla="*/ 167987 w 609"/>
              <a:gd name="T65" fmla="*/ 0 h 305"/>
              <a:gd name="T66" fmla="*/ 208635 w 609"/>
              <a:gd name="T67" fmla="*/ 0 h 305"/>
              <a:gd name="T68" fmla="*/ 218707 w 609"/>
              <a:gd name="T69" fmla="*/ 10056 h 305"/>
              <a:gd name="T70" fmla="*/ 218707 w 609"/>
              <a:gd name="T71" fmla="*/ 50638 h 305"/>
              <a:gd name="T72" fmla="*/ 208635 w 609"/>
              <a:gd name="T73" fmla="*/ 61053 h 305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609" h="305">
                <a:moveTo>
                  <a:pt x="580" y="170"/>
                </a:moveTo>
                <a:lnTo>
                  <a:pt x="580" y="170"/>
                </a:lnTo>
                <a:cubicBezTo>
                  <a:pt x="559" y="170"/>
                  <a:pt x="552" y="156"/>
                  <a:pt x="552" y="141"/>
                </a:cubicBezTo>
                <a:cubicBezTo>
                  <a:pt x="552" y="99"/>
                  <a:pt x="552" y="99"/>
                  <a:pt x="552" y="99"/>
                </a:cubicBezTo>
                <a:cubicBezTo>
                  <a:pt x="410" y="240"/>
                  <a:pt x="410" y="240"/>
                  <a:pt x="410" y="240"/>
                </a:cubicBezTo>
                <a:cubicBezTo>
                  <a:pt x="354" y="290"/>
                  <a:pt x="354" y="290"/>
                  <a:pt x="354" y="290"/>
                </a:cubicBezTo>
                <a:cubicBezTo>
                  <a:pt x="347" y="297"/>
                  <a:pt x="340" y="304"/>
                  <a:pt x="333" y="304"/>
                </a:cubicBezTo>
                <a:cubicBezTo>
                  <a:pt x="326" y="304"/>
                  <a:pt x="318" y="297"/>
                  <a:pt x="311" y="290"/>
                </a:cubicBezTo>
                <a:cubicBezTo>
                  <a:pt x="184" y="163"/>
                  <a:pt x="184" y="163"/>
                  <a:pt x="184" y="163"/>
                </a:cubicBezTo>
                <a:cubicBezTo>
                  <a:pt x="50" y="290"/>
                  <a:pt x="50" y="290"/>
                  <a:pt x="50" y="290"/>
                </a:cubicBezTo>
                <a:cubicBezTo>
                  <a:pt x="43" y="297"/>
                  <a:pt x="36" y="304"/>
                  <a:pt x="29" y="304"/>
                </a:cubicBezTo>
                <a:cubicBezTo>
                  <a:pt x="15" y="304"/>
                  <a:pt x="0" y="290"/>
                  <a:pt x="0" y="276"/>
                </a:cubicBezTo>
                <a:cubicBezTo>
                  <a:pt x="0" y="269"/>
                  <a:pt x="8" y="261"/>
                  <a:pt x="15" y="254"/>
                </a:cubicBezTo>
                <a:cubicBezTo>
                  <a:pt x="163" y="106"/>
                  <a:pt x="163" y="106"/>
                  <a:pt x="163" y="106"/>
                </a:cubicBezTo>
                <a:cubicBezTo>
                  <a:pt x="170" y="99"/>
                  <a:pt x="177" y="92"/>
                  <a:pt x="184" y="92"/>
                </a:cubicBezTo>
                <a:cubicBezTo>
                  <a:pt x="191" y="92"/>
                  <a:pt x="198" y="99"/>
                  <a:pt x="198" y="106"/>
                </a:cubicBezTo>
                <a:cubicBezTo>
                  <a:pt x="333" y="233"/>
                  <a:pt x="333" y="233"/>
                  <a:pt x="333" y="233"/>
                </a:cubicBezTo>
                <a:cubicBezTo>
                  <a:pt x="368" y="198"/>
                  <a:pt x="368" y="198"/>
                  <a:pt x="368" y="198"/>
                </a:cubicBezTo>
                <a:cubicBezTo>
                  <a:pt x="375" y="191"/>
                  <a:pt x="375" y="191"/>
                  <a:pt x="375" y="191"/>
                </a:cubicBezTo>
                <a:cubicBezTo>
                  <a:pt x="389" y="177"/>
                  <a:pt x="389" y="177"/>
                  <a:pt x="389" y="177"/>
                </a:cubicBezTo>
                <a:cubicBezTo>
                  <a:pt x="509" y="57"/>
                  <a:pt x="509" y="57"/>
                  <a:pt x="509" y="57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446" y="57"/>
                  <a:pt x="439" y="43"/>
                  <a:pt x="439" y="28"/>
                </a:cubicBezTo>
                <a:cubicBezTo>
                  <a:pt x="439" y="14"/>
                  <a:pt x="446" y="0"/>
                  <a:pt x="467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594" y="0"/>
                  <a:pt x="608" y="14"/>
                  <a:pt x="608" y="28"/>
                </a:cubicBezTo>
                <a:cubicBezTo>
                  <a:pt x="608" y="141"/>
                  <a:pt x="608" y="141"/>
                  <a:pt x="608" y="141"/>
                </a:cubicBezTo>
                <a:cubicBezTo>
                  <a:pt x="608" y="156"/>
                  <a:pt x="594" y="170"/>
                  <a:pt x="580" y="170"/>
                </a:cubicBezTo>
              </a:path>
            </a:pathLst>
          </a:custGeom>
          <a:solidFill>
            <a:srgbClr val="FDFDF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beve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6" name="文本框 17"/>
          <p:cNvSpPr txBox="1"/>
          <p:nvPr/>
        </p:nvSpPr>
        <p:spPr>
          <a:xfrm>
            <a:off x="1102995" y="4444365"/>
            <a:ext cx="4277995" cy="17703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defTabSz="1216025"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555A5E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Revenue of the company for the year 2011 month-wise</a:t>
            </a:r>
            <a:endParaRPr lang="en-US" altLang="zh-CN" sz="2800" b="1" dirty="0">
              <a:solidFill>
                <a:srgbClr val="555A5E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490538" y="155575"/>
            <a:ext cx="2494280" cy="589280"/>
          </a:xfr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DFDFD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</a:rPr>
              <a:t>ANALYSIS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DFDFD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244600" y="2105025"/>
            <a:ext cx="1993392" cy="1993900"/>
            <a:chOff x="2010" y="4215"/>
            <a:chExt cx="4952" cy="3140"/>
          </a:xfrm>
        </p:grpSpPr>
        <p:sp>
          <p:nvSpPr>
            <p:cNvPr id="6" name="Rectangle 5">
              <a:hlinkHover r:id="" action="ppaction://hlinkshowjump?jump=previousslide"/>
            </p:cNvPr>
            <p:cNvSpPr/>
            <p:nvPr/>
          </p:nvSpPr>
          <p:spPr>
            <a:xfrm>
              <a:off x="2010" y="4215"/>
              <a:ext cx="4953" cy="3140"/>
            </a:xfrm>
            <a:prstGeom prst="rect">
              <a:avLst/>
            </a:prstGeom>
            <a:solidFill>
              <a:srgbClr val="555A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13"/>
            <p:cNvSpPr txBox="1"/>
            <p:nvPr/>
          </p:nvSpPr>
          <p:spPr>
            <a:xfrm>
              <a:off x="3913" y="4808"/>
              <a:ext cx="1005" cy="2132"/>
            </a:xfrm>
            <a:prstGeom prst="rect">
              <a:avLst/>
            </a:prstGeom>
            <a:solidFill>
              <a:srgbClr val="555A5E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r>
                <a:rPr lang="en-US" altLang="zh-CN" sz="8800" b="1" dirty="0">
                  <a:solidFill>
                    <a:schemeClr val="bg1"/>
                  </a:solidFill>
                  <a:latin typeface="Arial" panose="020B0704020202020204" pitchFamily="34" charset="0"/>
                  <a:sym typeface="Arial" panose="020B0704020202020204" pitchFamily="34" charset="0"/>
                </a:rPr>
                <a:t>1</a:t>
              </a: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403600" y="2105025"/>
            <a:ext cx="3146171" cy="1993900"/>
            <a:chOff x="7185" y="4215"/>
            <a:chExt cx="4953" cy="3140"/>
          </a:xfrm>
        </p:grpSpPr>
        <p:sp>
          <p:nvSpPr>
            <p:cNvPr id="2" name="Rectangle 5"/>
            <p:cNvSpPr/>
            <p:nvPr/>
          </p:nvSpPr>
          <p:spPr>
            <a:xfrm>
              <a:off x="7185" y="4215"/>
              <a:ext cx="4953" cy="31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3"/>
            <p:cNvSpPr txBox="1"/>
            <p:nvPr/>
          </p:nvSpPr>
          <p:spPr>
            <a:xfrm>
              <a:off x="9139" y="4808"/>
              <a:ext cx="1005" cy="2132"/>
            </a:xfrm>
            <a:prstGeom prst="rect">
              <a:avLst/>
            </a:prstGeom>
            <a:solidFill>
              <a:srgbClr val="FFC000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711950" y="2089150"/>
            <a:ext cx="1993392" cy="1993900"/>
            <a:chOff x="12320" y="4215"/>
            <a:chExt cx="4952" cy="3140"/>
          </a:xfrm>
        </p:grpSpPr>
        <p:sp>
          <p:nvSpPr>
            <p:cNvPr id="5124" name="Rectangle 6">
              <a:hlinkHover r:id="" action="ppaction://hlinkshowjump?jump=nextslide"/>
            </p:cNvPr>
            <p:cNvSpPr/>
            <p:nvPr/>
          </p:nvSpPr>
          <p:spPr>
            <a:xfrm>
              <a:off x="12320" y="4215"/>
              <a:ext cx="4953" cy="3140"/>
            </a:xfrm>
            <a:prstGeom prst="rect">
              <a:avLst/>
            </a:prstGeom>
            <a:solidFill>
              <a:srgbClr val="595959"/>
            </a:solidFill>
            <a:ln w="9525">
              <a:noFill/>
            </a:ln>
          </p:spPr>
          <p:txBody>
            <a:bodyPr lIns="0" tIns="0" rIns="0" bIns="0"/>
            <a:p>
              <a:pPr eaLnBrk="1" hangingPunct="1"/>
              <a:endParaRPr lang="id-ID" altLang="zh-CN" dirty="0">
                <a:latin typeface="Arial" panose="020B0704020202020204" pitchFamily="34" charset="0"/>
              </a:endParaRPr>
            </a:p>
          </p:txBody>
        </p:sp>
        <p:sp>
          <p:nvSpPr>
            <p:cNvPr id="12" name="TextBox 13"/>
            <p:cNvSpPr txBox="1"/>
            <p:nvPr/>
          </p:nvSpPr>
          <p:spPr>
            <a:xfrm>
              <a:off x="14240" y="4808"/>
              <a:ext cx="1005" cy="2132"/>
            </a:xfrm>
            <a:prstGeom prst="rect">
              <a:avLst/>
            </a:prstGeom>
            <a:solidFill>
              <a:srgbClr val="555A5E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r>
                <a:rPr lang="en-US" altLang="zh-CN" sz="8800" b="1" dirty="0">
                  <a:solidFill>
                    <a:schemeClr val="bg1"/>
                  </a:solidFill>
                  <a:latin typeface="Arial" panose="020B0704020202020204" pitchFamily="34" charset="0"/>
                  <a:sym typeface="Arial" panose="020B0704020202020204" pitchFamily="34" charset="0"/>
                </a:rPr>
                <a:t>3</a:t>
              </a: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956675" y="2089150"/>
            <a:ext cx="1993795" cy="1993900"/>
            <a:chOff x="7185" y="4215"/>
            <a:chExt cx="4953" cy="3140"/>
          </a:xfrm>
        </p:grpSpPr>
        <p:sp>
          <p:nvSpPr>
            <p:cNvPr id="11" name="Rectangle 5">
              <a:hlinkHover r:id="rId1" action="ppaction://hlinksldjump"/>
            </p:cNvPr>
            <p:cNvSpPr/>
            <p:nvPr/>
          </p:nvSpPr>
          <p:spPr>
            <a:xfrm>
              <a:off x="7185" y="4215"/>
              <a:ext cx="4953" cy="31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139" y="4808"/>
              <a:ext cx="1005" cy="2132"/>
            </a:xfrm>
            <a:prstGeom prst="rect">
              <a:avLst/>
            </a:prstGeom>
            <a:solidFill>
              <a:srgbClr val="FFC000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r>
                <a:rPr lang="en-US" altLang="zh-CN" sz="8800" b="1" dirty="0">
                  <a:solidFill>
                    <a:schemeClr val="bg1"/>
                  </a:solidFill>
                  <a:latin typeface="Arial" panose="020B0704020202020204" pitchFamily="34" charset="0"/>
                  <a:sym typeface="Arial" panose="020B0704020202020204" pitchFamily="34" charset="0"/>
                </a:rPr>
                <a:t>4</a:t>
              </a: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sp>
        <p:nvSpPr>
          <p:cNvPr id="388" name="Freeform 26"/>
          <p:cNvSpPr>
            <a:spLocks noChangeArrowheads="1"/>
          </p:cNvSpPr>
          <p:nvPr/>
        </p:nvSpPr>
        <p:spPr bwMode="auto">
          <a:xfrm>
            <a:off x="4409440" y="2626360"/>
            <a:ext cx="1079500" cy="1009015"/>
          </a:xfrm>
          <a:custGeom>
            <a:avLst/>
            <a:gdLst>
              <a:gd name="T0" fmla="*/ 208276 w 609"/>
              <a:gd name="T1" fmla="*/ 183789 h 510"/>
              <a:gd name="T2" fmla="*/ 208276 w 609"/>
              <a:gd name="T3" fmla="*/ 183789 h 510"/>
              <a:gd name="T4" fmla="*/ 10072 w 609"/>
              <a:gd name="T5" fmla="*/ 183789 h 510"/>
              <a:gd name="T6" fmla="*/ 0 w 609"/>
              <a:gd name="T7" fmla="*/ 176206 h 510"/>
              <a:gd name="T8" fmla="*/ 0 w 609"/>
              <a:gd name="T9" fmla="*/ 173679 h 510"/>
              <a:gd name="T10" fmla="*/ 10072 w 609"/>
              <a:gd name="T11" fmla="*/ 163207 h 510"/>
              <a:gd name="T12" fmla="*/ 208276 w 609"/>
              <a:gd name="T13" fmla="*/ 163207 h 510"/>
              <a:gd name="T14" fmla="*/ 218707 w 609"/>
              <a:gd name="T15" fmla="*/ 173679 h 510"/>
              <a:gd name="T16" fmla="*/ 218707 w 609"/>
              <a:gd name="T17" fmla="*/ 176206 h 510"/>
              <a:gd name="T18" fmla="*/ 208276 w 609"/>
              <a:gd name="T19" fmla="*/ 183789 h 510"/>
              <a:gd name="T20" fmla="*/ 188131 w 609"/>
              <a:gd name="T21" fmla="*/ 142987 h 510"/>
              <a:gd name="T22" fmla="*/ 188131 w 609"/>
              <a:gd name="T23" fmla="*/ 142987 h 510"/>
              <a:gd name="T24" fmla="*/ 178059 w 609"/>
              <a:gd name="T25" fmla="*/ 153097 h 510"/>
              <a:gd name="T26" fmla="*/ 157556 w 609"/>
              <a:gd name="T27" fmla="*/ 153097 h 510"/>
              <a:gd name="T28" fmla="*/ 147484 w 609"/>
              <a:gd name="T29" fmla="*/ 142987 h 510"/>
              <a:gd name="T30" fmla="*/ 147484 w 609"/>
              <a:gd name="T31" fmla="*/ 71494 h 510"/>
              <a:gd name="T32" fmla="*/ 147484 w 609"/>
              <a:gd name="T33" fmla="*/ 71494 h 510"/>
              <a:gd name="T34" fmla="*/ 147484 w 609"/>
              <a:gd name="T35" fmla="*/ 50912 h 510"/>
              <a:gd name="T36" fmla="*/ 157556 w 609"/>
              <a:gd name="T37" fmla="*/ 40802 h 510"/>
              <a:gd name="T38" fmla="*/ 178059 w 609"/>
              <a:gd name="T39" fmla="*/ 40802 h 510"/>
              <a:gd name="T40" fmla="*/ 188131 w 609"/>
              <a:gd name="T41" fmla="*/ 50912 h 510"/>
              <a:gd name="T42" fmla="*/ 188131 w 609"/>
              <a:gd name="T43" fmla="*/ 122406 h 510"/>
              <a:gd name="T44" fmla="*/ 188131 w 609"/>
              <a:gd name="T45" fmla="*/ 122406 h 510"/>
              <a:gd name="T46" fmla="*/ 188131 w 609"/>
              <a:gd name="T47" fmla="*/ 142987 h 510"/>
              <a:gd name="T48" fmla="*/ 119426 w 609"/>
              <a:gd name="T49" fmla="*/ 153097 h 510"/>
              <a:gd name="T50" fmla="*/ 119426 w 609"/>
              <a:gd name="T51" fmla="*/ 153097 h 510"/>
              <a:gd name="T52" fmla="*/ 99282 w 609"/>
              <a:gd name="T53" fmla="*/ 153097 h 510"/>
              <a:gd name="T54" fmla="*/ 88850 w 609"/>
              <a:gd name="T55" fmla="*/ 142987 h 510"/>
              <a:gd name="T56" fmla="*/ 88850 w 609"/>
              <a:gd name="T57" fmla="*/ 122406 h 510"/>
              <a:gd name="T58" fmla="*/ 88850 w 609"/>
              <a:gd name="T59" fmla="*/ 30692 h 510"/>
              <a:gd name="T60" fmla="*/ 88850 w 609"/>
              <a:gd name="T61" fmla="*/ 10110 h 510"/>
              <a:gd name="T62" fmla="*/ 99282 w 609"/>
              <a:gd name="T63" fmla="*/ 0 h 510"/>
              <a:gd name="T64" fmla="*/ 119426 w 609"/>
              <a:gd name="T65" fmla="*/ 0 h 510"/>
              <a:gd name="T66" fmla="*/ 129498 w 609"/>
              <a:gd name="T67" fmla="*/ 10110 h 510"/>
              <a:gd name="T68" fmla="*/ 129498 w 609"/>
              <a:gd name="T69" fmla="*/ 30692 h 510"/>
              <a:gd name="T70" fmla="*/ 129498 w 609"/>
              <a:gd name="T71" fmla="*/ 122406 h 510"/>
              <a:gd name="T72" fmla="*/ 129498 w 609"/>
              <a:gd name="T73" fmla="*/ 142987 h 510"/>
              <a:gd name="T74" fmla="*/ 119426 w 609"/>
              <a:gd name="T75" fmla="*/ 153097 h 510"/>
              <a:gd name="T76" fmla="*/ 60792 w 609"/>
              <a:gd name="T77" fmla="*/ 153097 h 510"/>
              <a:gd name="T78" fmla="*/ 60792 w 609"/>
              <a:gd name="T79" fmla="*/ 153097 h 510"/>
              <a:gd name="T80" fmla="*/ 40648 w 609"/>
              <a:gd name="T81" fmla="*/ 153097 h 510"/>
              <a:gd name="T82" fmla="*/ 30576 w 609"/>
              <a:gd name="T83" fmla="*/ 142987 h 510"/>
              <a:gd name="T84" fmla="*/ 30576 w 609"/>
              <a:gd name="T85" fmla="*/ 122406 h 510"/>
              <a:gd name="T86" fmla="*/ 30576 w 609"/>
              <a:gd name="T87" fmla="*/ 122406 h 510"/>
              <a:gd name="T88" fmla="*/ 30576 w 609"/>
              <a:gd name="T89" fmla="*/ 102185 h 510"/>
              <a:gd name="T90" fmla="*/ 40648 w 609"/>
              <a:gd name="T91" fmla="*/ 91714 h 510"/>
              <a:gd name="T92" fmla="*/ 60792 w 609"/>
              <a:gd name="T93" fmla="*/ 91714 h 510"/>
              <a:gd name="T94" fmla="*/ 71224 w 609"/>
              <a:gd name="T95" fmla="*/ 102185 h 510"/>
              <a:gd name="T96" fmla="*/ 71224 w 609"/>
              <a:gd name="T97" fmla="*/ 122406 h 510"/>
              <a:gd name="T98" fmla="*/ 71224 w 609"/>
              <a:gd name="T99" fmla="*/ 122406 h 510"/>
              <a:gd name="T100" fmla="*/ 71224 w 609"/>
              <a:gd name="T101" fmla="*/ 142987 h 510"/>
              <a:gd name="T102" fmla="*/ 60792 w 609"/>
              <a:gd name="T103" fmla="*/ 153097 h 51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609" h="510">
                <a:moveTo>
                  <a:pt x="579" y="509"/>
                </a:moveTo>
                <a:lnTo>
                  <a:pt x="579" y="509"/>
                </a:lnTo>
                <a:cubicBezTo>
                  <a:pt x="28" y="509"/>
                  <a:pt x="28" y="509"/>
                  <a:pt x="28" y="509"/>
                </a:cubicBezTo>
                <a:cubicBezTo>
                  <a:pt x="14" y="509"/>
                  <a:pt x="0" y="502"/>
                  <a:pt x="0" y="488"/>
                </a:cubicBezTo>
                <a:cubicBezTo>
                  <a:pt x="0" y="481"/>
                  <a:pt x="0" y="481"/>
                  <a:pt x="0" y="481"/>
                </a:cubicBezTo>
                <a:cubicBezTo>
                  <a:pt x="0" y="467"/>
                  <a:pt x="14" y="452"/>
                  <a:pt x="28" y="452"/>
                </a:cubicBezTo>
                <a:cubicBezTo>
                  <a:pt x="579" y="452"/>
                  <a:pt x="579" y="452"/>
                  <a:pt x="579" y="452"/>
                </a:cubicBezTo>
                <a:cubicBezTo>
                  <a:pt x="594" y="452"/>
                  <a:pt x="608" y="467"/>
                  <a:pt x="608" y="481"/>
                </a:cubicBezTo>
                <a:cubicBezTo>
                  <a:pt x="608" y="488"/>
                  <a:pt x="608" y="488"/>
                  <a:pt x="608" y="488"/>
                </a:cubicBezTo>
                <a:cubicBezTo>
                  <a:pt x="608" y="502"/>
                  <a:pt x="594" y="509"/>
                  <a:pt x="579" y="509"/>
                </a:cubicBezTo>
                <a:close/>
                <a:moveTo>
                  <a:pt x="523" y="396"/>
                </a:moveTo>
                <a:lnTo>
                  <a:pt x="523" y="396"/>
                </a:lnTo>
                <a:cubicBezTo>
                  <a:pt x="523" y="417"/>
                  <a:pt x="509" y="424"/>
                  <a:pt x="495" y="424"/>
                </a:cubicBezTo>
                <a:cubicBezTo>
                  <a:pt x="438" y="424"/>
                  <a:pt x="438" y="424"/>
                  <a:pt x="438" y="424"/>
                </a:cubicBezTo>
                <a:cubicBezTo>
                  <a:pt x="417" y="424"/>
                  <a:pt x="410" y="417"/>
                  <a:pt x="410" y="396"/>
                </a:cubicBezTo>
                <a:cubicBezTo>
                  <a:pt x="410" y="198"/>
                  <a:pt x="410" y="198"/>
                  <a:pt x="410" y="198"/>
                </a:cubicBezTo>
                <a:cubicBezTo>
                  <a:pt x="410" y="141"/>
                  <a:pt x="410" y="141"/>
                  <a:pt x="410" y="141"/>
                </a:cubicBezTo>
                <a:cubicBezTo>
                  <a:pt x="410" y="127"/>
                  <a:pt x="417" y="113"/>
                  <a:pt x="438" y="113"/>
                </a:cubicBezTo>
                <a:cubicBezTo>
                  <a:pt x="495" y="113"/>
                  <a:pt x="495" y="113"/>
                  <a:pt x="495" y="113"/>
                </a:cubicBezTo>
                <a:cubicBezTo>
                  <a:pt x="509" y="113"/>
                  <a:pt x="523" y="127"/>
                  <a:pt x="523" y="141"/>
                </a:cubicBezTo>
                <a:cubicBezTo>
                  <a:pt x="523" y="339"/>
                  <a:pt x="523" y="339"/>
                  <a:pt x="523" y="339"/>
                </a:cubicBezTo>
                <a:lnTo>
                  <a:pt x="523" y="396"/>
                </a:lnTo>
                <a:close/>
                <a:moveTo>
                  <a:pt x="332" y="424"/>
                </a:moveTo>
                <a:lnTo>
                  <a:pt x="332" y="424"/>
                </a:lnTo>
                <a:cubicBezTo>
                  <a:pt x="276" y="424"/>
                  <a:pt x="276" y="424"/>
                  <a:pt x="276" y="424"/>
                </a:cubicBezTo>
                <a:cubicBezTo>
                  <a:pt x="262" y="424"/>
                  <a:pt x="247" y="417"/>
                  <a:pt x="247" y="396"/>
                </a:cubicBezTo>
                <a:cubicBezTo>
                  <a:pt x="247" y="339"/>
                  <a:pt x="247" y="339"/>
                  <a:pt x="247" y="339"/>
                </a:cubicBezTo>
                <a:cubicBezTo>
                  <a:pt x="247" y="85"/>
                  <a:pt x="247" y="85"/>
                  <a:pt x="247" y="85"/>
                </a:cubicBezTo>
                <a:cubicBezTo>
                  <a:pt x="247" y="28"/>
                  <a:pt x="247" y="28"/>
                  <a:pt x="247" y="28"/>
                </a:cubicBezTo>
                <a:cubicBezTo>
                  <a:pt x="247" y="14"/>
                  <a:pt x="262" y="0"/>
                  <a:pt x="276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346" y="0"/>
                  <a:pt x="360" y="14"/>
                  <a:pt x="360" y="28"/>
                </a:cubicBezTo>
                <a:cubicBezTo>
                  <a:pt x="360" y="85"/>
                  <a:pt x="360" y="85"/>
                  <a:pt x="360" y="85"/>
                </a:cubicBezTo>
                <a:cubicBezTo>
                  <a:pt x="360" y="339"/>
                  <a:pt x="360" y="339"/>
                  <a:pt x="360" y="339"/>
                </a:cubicBezTo>
                <a:cubicBezTo>
                  <a:pt x="360" y="396"/>
                  <a:pt x="360" y="396"/>
                  <a:pt x="360" y="396"/>
                </a:cubicBezTo>
                <a:cubicBezTo>
                  <a:pt x="360" y="417"/>
                  <a:pt x="346" y="424"/>
                  <a:pt x="332" y="424"/>
                </a:cubicBezTo>
                <a:close/>
                <a:moveTo>
                  <a:pt x="169" y="424"/>
                </a:moveTo>
                <a:lnTo>
                  <a:pt x="169" y="424"/>
                </a:lnTo>
                <a:cubicBezTo>
                  <a:pt x="113" y="424"/>
                  <a:pt x="113" y="424"/>
                  <a:pt x="113" y="424"/>
                </a:cubicBezTo>
                <a:cubicBezTo>
                  <a:pt x="99" y="424"/>
                  <a:pt x="85" y="417"/>
                  <a:pt x="85" y="396"/>
                </a:cubicBezTo>
                <a:cubicBezTo>
                  <a:pt x="85" y="339"/>
                  <a:pt x="85" y="339"/>
                  <a:pt x="85" y="339"/>
                </a:cubicBezTo>
                <a:cubicBezTo>
                  <a:pt x="85" y="283"/>
                  <a:pt x="85" y="283"/>
                  <a:pt x="85" y="283"/>
                </a:cubicBezTo>
                <a:cubicBezTo>
                  <a:pt x="85" y="269"/>
                  <a:pt x="99" y="254"/>
                  <a:pt x="113" y="254"/>
                </a:cubicBezTo>
                <a:cubicBezTo>
                  <a:pt x="169" y="254"/>
                  <a:pt x="169" y="254"/>
                  <a:pt x="169" y="254"/>
                </a:cubicBezTo>
                <a:cubicBezTo>
                  <a:pt x="191" y="254"/>
                  <a:pt x="198" y="269"/>
                  <a:pt x="198" y="283"/>
                </a:cubicBezTo>
                <a:cubicBezTo>
                  <a:pt x="198" y="339"/>
                  <a:pt x="198" y="339"/>
                  <a:pt x="198" y="339"/>
                </a:cubicBezTo>
                <a:cubicBezTo>
                  <a:pt x="198" y="396"/>
                  <a:pt x="198" y="396"/>
                  <a:pt x="198" y="396"/>
                </a:cubicBezTo>
                <a:cubicBezTo>
                  <a:pt x="198" y="417"/>
                  <a:pt x="191" y="424"/>
                  <a:pt x="169" y="424"/>
                </a:cubicBezTo>
                <a:close/>
              </a:path>
            </a:pathLst>
          </a:custGeom>
          <a:solidFill>
            <a:srgbClr val="FDFDF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beve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6" name="文本框 17"/>
          <p:cNvSpPr txBox="1"/>
          <p:nvPr/>
        </p:nvSpPr>
        <p:spPr>
          <a:xfrm>
            <a:off x="3325495" y="4570095"/>
            <a:ext cx="3676015" cy="17703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defTabSz="1216025"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sz="2800" b="1" dirty="0">
                <a:solidFill>
                  <a:srgbClr val="FFC000"/>
                </a:solidFill>
                <a:sym typeface="+mn-ea"/>
              </a:rPr>
              <a:t>Top 10 Countries by Revenue and their Quantity </a:t>
            </a:r>
            <a:endParaRPr lang="en-US" altLang="zh-CN" sz="2800" b="1" dirty="0">
              <a:solidFill>
                <a:srgbClr val="FFC000"/>
              </a:solidFill>
              <a:latin typeface="Arial" panose="020B07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490538" y="155575"/>
            <a:ext cx="2494280" cy="589280"/>
          </a:xfr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DFDFD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</a:rPr>
              <a:t>ANALYSIS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DFDFD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244600" y="2073275"/>
            <a:ext cx="1993392" cy="1993900"/>
            <a:chOff x="2010" y="4215"/>
            <a:chExt cx="4952" cy="3140"/>
          </a:xfrm>
        </p:grpSpPr>
        <p:sp>
          <p:nvSpPr>
            <p:cNvPr id="6" name="Rectangle 5">
              <a:hlinkHover r:id="rId1" action="ppaction://hlinksldjump"/>
            </p:cNvPr>
            <p:cNvSpPr/>
            <p:nvPr/>
          </p:nvSpPr>
          <p:spPr>
            <a:xfrm>
              <a:off x="2010" y="4215"/>
              <a:ext cx="4953" cy="3140"/>
            </a:xfrm>
            <a:prstGeom prst="rect">
              <a:avLst/>
            </a:prstGeom>
            <a:solidFill>
              <a:srgbClr val="555A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13"/>
            <p:cNvSpPr txBox="1"/>
            <p:nvPr/>
          </p:nvSpPr>
          <p:spPr>
            <a:xfrm>
              <a:off x="3913" y="4808"/>
              <a:ext cx="1005" cy="2132"/>
            </a:xfrm>
            <a:prstGeom prst="rect">
              <a:avLst/>
            </a:prstGeom>
            <a:solidFill>
              <a:srgbClr val="555A5E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r>
                <a:rPr lang="en-US" altLang="zh-CN" sz="8800" b="1" dirty="0">
                  <a:solidFill>
                    <a:schemeClr val="bg1"/>
                  </a:solidFill>
                  <a:latin typeface="Arial" panose="020B0704020202020204" pitchFamily="34" charset="0"/>
                  <a:sym typeface="Arial" panose="020B0704020202020204" pitchFamily="34" charset="0"/>
                </a:rPr>
                <a:t>1</a:t>
              </a: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482975" y="2073275"/>
            <a:ext cx="1993392" cy="1993900"/>
            <a:chOff x="7185" y="4215"/>
            <a:chExt cx="4952" cy="3140"/>
          </a:xfrm>
        </p:grpSpPr>
        <p:sp>
          <p:nvSpPr>
            <p:cNvPr id="2" name="Rectangle 5">
              <a:hlinkHover r:id="" action="ppaction://hlinkshowjump?jump=previousslide"/>
            </p:cNvPr>
            <p:cNvSpPr/>
            <p:nvPr/>
          </p:nvSpPr>
          <p:spPr>
            <a:xfrm>
              <a:off x="7185" y="4215"/>
              <a:ext cx="4953" cy="31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3"/>
            <p:cNvSpPr txBox="1"/>
            <p:nvPr/>
          </p:nvSpPr>
          <p:spPr>
            <a:xfrm>
              <a:off x="9139" y="4808"/>
              <a:ext cx="1005" cy="2132"/>
            </a:xfrm>
            <a:prstGeom prst="rect">
              <a:avLst/>
            </a:prstGeom>
            <a:solidFill>
              <a:srgbClr val="FFC000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r>
                <a:rPr lang="en-US" altLang="zh-CN" sz="8800" b="1" dirty="0">
                  <a:solidFill>
                    <a:schemeClr val="bg1"/>
                  </a:solidFill>
                  <a:latin typeface="Arial" panose="020B0704020202020204" pitchFamily="34" charset="0"/>
                  <a:sym typeface="Arial" panose="020B0704020202020204" pitchFamily="34" charset="0"/>
                </a:rPr>
                <a:t>2</a:t>
              </a: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sp>
        <p:nvSpPr>
          <p:cNvPr id="5124" name="Rectangle 6"/>
          <p:cNvSpPr/>
          <p:nvPr/>
        </p:nvSpPr>
        <p:spPr>
          <a:xfrm>
            <a:off x="5695950" y="2057400"/>
            <a:ext cx="3146425" cy="1993900"/>
          </a:xfrm>
          <a:prstGeom prst="rect">
            <a:avLst/>
          </a:prstGeom>
          <a:solidFill>
            <a:srgbClr val="595959"/>
          </a:solidFill>
          <a:ln w="9525">
            <a:noFill/>
          </a:ln>
        </p:spPr>
        <p:txBody>
          <a:bodyPr lIns="0" tIns="0" rIns="0" bIns="0"/>
          <a:p>
            <a:pPr eaLnBrk="1" hangingPunct="1"/>
            <a:endParaRPr lang="id-ID" altLang="zh-CN" dirty="0">
              <a:latin typeface="Arial" panose="020B0704020202020204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9051925" y="2057400"/>
            <a:ext cx="1993795" cy="1993900"/>
            <a:chOff x="7185" y="4215"/>
            <a:chExt cx="4953" cy="3140"/>
          </a:xfrm>
        </p:grpSpPr>
        <p:sp>
          <p:nvSpPr>
            <p:cNvPr id="11" name="Rectangle 5">
              <a:hlinkHover r:id="" action="ppaction://hlinkshowjump?jump=nextslide"/>
            </p:cNvPr>
            <p:cNvSpPr/>
            <p:nvPr/>
          </p:nvSpPr>
          <p:spPr>
            <a:xfrm>
              <a:off x="7185" y="4215"/>
              <a:ext cx="4953" cy="31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139" y="4808"/>
              <a:ext cx="1005" cy="2132"/>
            </a:xfrm>
            <a:prstGeom prst="rect">
              <a:avLst/>
            </a:prstGeom>
            <a:solidFill>
              <a:srgbClr val="FFC000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r>
                <a:rPr lang="en-US" altLang="zh-CN" sz="8800" b="1" dirty="0">
                  <a:solidFill>
                    <a:schemeClr val="bg1"/>
                  </a:solidFill>
                  <a:latin typeface="Arial" panose="020B0704020202020204" pitchFamily="34" charset="0"/>
                  <a:sym typeface="Arial" panose="020B0704020202020204" pitchFamily="34" charset="0"/>
                </a:rPr>
                <a:t>4</a:t>
              </a: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sp>
        <p:nvSpPr>
          <p:cNvPr id="387" name="Freeform 25"/>
          <p:cNvSpPr>
            <a:spLocks noChangeArrowheads="1"/>
          </p:cNvSpPr>
          <p:nvPr/>
        </p:nvSpPr>
        <p:spPr bwMode="auto">
          <a:xfrm rot="5400000">
            <a:off x="6839585" y="2634615"/>
            <a:ext cx="791845" cy="892810"/>
          </a:xfrm>
          <a:custGeom>
            <a:avLst/>
            <a:gdLst>
              <a:gd name="T0" fmla="*/ 7586 w 602"/>
              <a:gd name="T1" fmla="*/ 183789 h 510"/>
              <a:gd name="T2" fmla="*/ 7586 w 602"/>
              <a:gd name="T3" fmla="*/ 183789 h 510"/>
              <a:gd name="T4" fmla="*/ 209531 w 602"/>
              <a:gd name="T5" fmla="*/ 183789 h 510"/>
              <a:gd name="T6" fmla="*/ 217118 w 602"/>
              <a:gd name="T7" fmla="*/ 176206 h 510"/>
              <a:gd name="T8" fmla="*/ 217118 w 602"/>
              <a:gd name="T9" fmla="*/ 173679 h 510"/>
              <a:gd name="T10" fmla="*/ 209531 w 602"/>
              <a:gd name="T11" fmla="*/ 163207 h 510"/>
              <a:gd name="T12" fmla="*/ 7586 w 602"/>
              <a:gd name="T13" fmla="*/ 163207 h 510"/>
              <a:gd name="T14" fmla="*/ 0 w 602"/>
              <a:gd name="T15" fmla="*/ 173679 h 510"/>
              <a:gd name="T16" fmla="*/ 0 w 602"/>
              <a:gd name="T17" fmla="*/ 176206 h 510"/>
              <a:gd name="T18" fmla="*/ 7586 w 602"/>
              <a:gd name="T19" fmla="*/ 183789 h 510"/>
              <a:gd name="T20" fmla="*/ 40822 w 602"/>
              <a:gd name="T21" fmla="*/ 153097 h 510"/>
              <a:gd name="T22" fmla="*/ 40822 w 602"/>
              <a:gd name="T23" fmla="*/ 153097 h 510"/>
              <a:gd name="T24" fmla="*/ 61414 w 602"/>
              <a:gd name="T25" fmla="*/ 153097 h 510"/>
              <a:gd name="T26" fmla="*/ 71530 w 602"/>
              <a:gd name="T27" fmla="*/ 142987 h 510"/>
              <a:gd name="T28" fmla="*/ 71530 w 602"/>
              <a:gd name="T29" fmla="*/ 10110 h 510"/>
              <a:gd name="T30" fmla="*/ 61414 w 602"/>
              <a:gd name="T31" fmla="*/ 0 h 510"/>
              <a:gd name="T32" fmla="*/ 40822 w 602"/>
              <a:gd name="T33" fmla="*/ 0 h 510"/>
              <a:gd name="T34" fmla="*/ 30707 w 602"/>
              <a:gd name="T35" fmla="*/ 10110 h 510"/>
              <a:gd name="T36" fmla="*/ 30707 w 602"/>
              <a:gd name="T37" fmla="*/ 142987 h 510"/>
              <a:gd name="T38" fmla="*/ 40822 w 602"/>
              <a:gd name="T39" fmla="*/ 153097 h 510"/>
              <a:gd name="T40" fmla="*/ 97179 w 602"/>
              <a:gd name="T41" fmla="*/ 153097 h 510"/>
              <a:gd name="T42" fmla="*/ 97179 w 602"/>
              <a:gd name="T43" fmla="*/ 153097 h 510"/>
              <a:gd name="T44" fmla="*/ 117410 w 602"/>
              <a:gd name="T45" fmla="*/ 153097 h 510"/>
              <a:gd name="T46" fmla="*/ 127525 w 602"/>
              <a:gd name="T47" fmla="*/ 142987 h 510"/>
              <a:gd name="T48" fmla="*/ 127525 w 602"/>
              <a:gd name="T49" fmla="*/ 58856 h 510"/>
              <a:gd name="T50" fmla="*/ 117410 w 602"/>
              <a:gd name="T51" fmla="*/ 48385 h 510"/>
              <a:gd name="T52" fmla="*/ 97179 w 602"/>
              <a:gd name="T53" fmla="*/ 48385 h 510"/>
              <a:gd name="T54" fmla="*/ 86703 w 602"/>
              <a:gd name="T55" fmla="*/ 58856 h 510"/>
              <a:gd name="T56" fmla="*/ 86703 w 602"/>
              <a:gd name="T57" fmla="*/ 142987 h 510"/>
              <a:gd name="T58" fmla="*/ 97179 w 602"/>
              <a:gd name="T59" fmla="*/ 153097 h 510"/>
              <a:gd name="T60" fmla="*/ 155703 w 602"/>
              <a:gd name="T61" fmla="*/ 153097 h 510"/>
              <a:gd name="T62" fmla="*/ 155703 w 602"/>
              <a:gd name="T63" fmla="*/ 153097 h 510"/>
              <a:gd name="T64" fmla="*/ 176295 w 602"/>
              <a:gd name="T65" fmla="*/ 153097 h 510"/>
              <a:gd name="T66" fmla="*/ 186411 w 602"/>
              <a:gd name="T67" fmla="*/ 142987 h 510"/>
              <a:gd name="T68" fmla="*/ 186411 w 602"/>
              <a:gd name="T69" fmla="*/ 107240 h 510"/>
              <a:gd name="T70" fmla="*/ 176295 w 602"/>
              <a:gd name="T71" fmla="*/ 97130 h 510"/>
              <a:gd name="T72" fmla="*/ 155703 w 602"/>
              <a:gd name="T73" fmla="*/ 97130 h 510"/>
              <a:gd name="T74" fmla="*/ 145588 w 602"/>
              <a:gd name="T75" fmla="*/ 107240 h 510"/>
              <a:gd name="T76" fmla="*/ 145588 w 602"/>
              <a:gd name="T77" fmla="*/ 142987 h 510"/>
              <a:gd name="T78" fmla="*/ 155703 w 602"/>
              <a:gd name="T79" fmla="*/ 153097 h 510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602" h="510">
                <a:moveTo>
                  <a:pt x="21" y="509"/>
                </a:moveTo>
                <a:lnTo>
                  <a:pt x="21" y="509"/>
                </a:lnTo>
                <a:cubicBezTo>
                  <a:pt x="580" y="509"/>
                  <a:pt x="580" y="509"/>
                  <a:pt x="580" y="509"/>
                </a:cubicBezTo>
                <a:cubicBezTo>
                  <a:pt x="594" y="509"/>
                  <a:pt x="601" y="502"/>
                  <a:pt x="601" y="488"/>
                </a:cubicBezTo>
                <a:cubicBezTo>
                  <a:pt x="601" y="481"/>
                  <a:pt x="601" y="481"/>
                  <a:pt x="601" y="481"/>
                </a:cubicBezTo>
                <a:cubicBezTo>
                  <a:pt x="601" y="467"/>
                  <a:pt x="594" y="452"/>
                  <a:pt x="580" y="452"/>
                </a:cubicBezTo>
                <a:cubicBezTo>
                  <a:pt x="21" y="452"/>
                  <a:pt x="21" y="452"/>
                  <a:pt x="21" y="452"/>
                </a:cubicBezTo>
                <a:cubicBezTo>
                  <a:pt x="7" y="452"/>
                  <a:pt x="0" y="467"/>
                  <a:pt x="0" y="481"/>
                </a:cubicBezTo>
                <a:cubicBezTo>
                  <a:pt x="0" y="488"/>
                  <a:pt x="0" y="488"/>
                  <a:pt x="0" y="488"/>
                </a:cubicBezTo>
                <a:cubicBezTo>
                  <a:pt x="0" y="502"/>
                  <a:pt x="7" y="509"/>
                  <a:pt x="21" y="509"/>
                </a:cubicBezTo>
                <a:close/>
                <a:moveTo>
                  <a:pt x="113" y="424"/>
                </a:moveTo>
                <a:lnTo>
                  <a:pt x="113" y="424"/>
                </a:lnTo>
                <a:cubicBezTo>
                  <a:pt x="170" y="424"/>
                  <a:pt x="170" y="424"/>
                  <a:pt x="170" y="424"/>
                </a:cubicBezTo>
                <a:cubicBezTo>
                  <a:pt x="184" y="424"/>
                  <a:pt x="198" y="417"/>
                  <a:pt x="198" y="396"/>
                </a:cubicBezTo>
                <a:cubicBezTo>
                  <a:pt x="198" y="28"/>
                  <a:pt x="198" y="28"/>
                  <a:pt x="198" y="28"/>
                </a:cubicBezTo>
                <a:cubicBezTo>
                  <a:pt x="198" y="14"/>
                  <a:pt x="184" y="0"/>
                  <a:pt x="170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92" y="0"/>
                  <a:pt x="85" y="14"/>
                  <a:pt x="85" y="28"/>
                </a:cubicBezTo>
                <a:cubicBezTo>
                  <a:pt x="85" y="396"/>
                  <a:pt x="85" y="396"/>
                  <a:pt x="85" y="396"/>
                </a:cubicBezTo>
                <a:cubicBezTo>
                  <a:pt x="85" y="417"/>
                  <a:pt x="92" y="424"/>
                  <a:pt x="113" y="424"/>
                </a:cubicBezTo>
                <a:close/>
                <a:moveTo>
                  <a:pt x="269" y="424"/>
                </a:moveTo>
                <a:lnTo>
                  <a:pt x="269" y="424"/>
                </a:lnTo>
                <a:cubicBezTo>
                  <a:pt x="325" y="424"/>
                  <a:pt x="325" y="424"/>
                  <a:pt x="325" y="424"/>
                </a:cubicBezTo>
                <a:cubicBezTo>
                  <a:pt x="346" y="424"/>
                  <a:pt x="353" y="417"/>
                  <a:pt x="353" y="396"/>
                </a:cubicBezTo>
                <a:cubicBezTo>
                  <a:pt x="353" y="163"/>
                  <a:pt x="353" y="163"/>
                  <a:pt x="353" y="163"/>
                </a:cubicBezTo>
                <a:cubicBezTo>
                  <a:pt x="353" y="149"/>
                  <a:pt x="346" y="134"/>
                  <a:pt x="325" y="134"/>
                </a:cubicBezTo>
                <a:cubicBezTo>
                  <a:pt x="269" y="134"/>
                  <a:pt x="269" y="134"/>
                  <a:pt x="269" y="134"/>
                </a:cubicBezTo>
                <a:cubicBezTo>
                  <a:pt x="255" y="134"/>
                  <a:pt x="240" y="149"/>
                  <a:pt x="240" y="163"/>
                </a:cubicBezTo>
                <a:cubicBezTo>
                  <a:pt x="240" y="396"/>
                  <a:pt x="240" y="396"/>
                  <a:pt x="240" y="396"/>
                </a:cubicBezTo>
                <a:cubicBezTo>
                  <a:pt x="240" y="417"/>
                  <a:pt x="255" y="424"/>
                  <a:pt x="269" y="424"/>
                </a:cubicBezTo>
                <a:close/>
                <a:moveTo>
                  <a:pt x="431" y="424"/>
                </a:moveTo>
                <a:lnTo>
                  <a:pt x="431" y="424"/>
                </a:lnTo>
                <a:cubicBezTo>
                  <a:pt x="488" y="424"/>
                  <a:pt x="488" y="424"/>
                  <a:pt x="488" y="424"/>
                </a:cubicBezTo>
                <a:cubicBezTo>
                  <a:pt x="502" y="424"/>
                  <a:pt x="516" y="417"/>
                  <a:pt x="516" y="396"/>
                </a:cubicBezTo>
                <a:cubicBezTo>
                  <a:pt x="516" y="297"/>
                  <a:pt x="516" y="297"/>
                  <a:pt x="516" y="297"/>
                </a:cubicBezTo>
                <a:cubicBezTo>
                  <a:pt x="516" y="276"/>
                  <a:pt x="502" y="269"/>
                  <a:pt x="488" y="269"/>
                </a:cubicBezTo>
                <a:cubicBezTo>
                  <a:pt x="431" y="269"/>
                  <a:pt x="431" y="269"/>
                  <a:pt x="431" y="269"/>
                </a:cubicBezTo>
                <a:cubicBezTo>
                  <a:pt x="417" y="269"/>
                  <a:pt x="403" y="276"/>
                  <a:pt x="403" y="297"/>
                </a:cubicBezTo>
                <a:cubicBezTo>
                  <a:pt x="403" y="396"/>
                  <a:pt x="403" y="396"/>
                  <a:pt x="403" y="396"/>
                </a:cubicBezTo>
                <a:cubicBezTo>
                  <a:pt x="403" y="417"/>
                  <a:pt x="417" y="424"/>
                  <a:pt x="431" y="424"/>
                </a:cubicBezTo>
                <a:close/>
              </a:path>
            </a:pathLst>
          </a:custGeom>
          <a:solidFill>
            <a:srgbClr val="FDFDF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beve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5695950" y="4458335"/>
            <a:ext cx="3145790" cy="18630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555A5E"/>
                </a:solidFill>
                <a:sym typeface="+mn-ea"/>
              </a:rPr>
              <a:t>Top 10 Customers by Revenue</a:t>
            </a:r>
            <a:endParaRPr lang="en-US" sz="3200" b="1" dirty="0">
              <a:solidFill>
                <a:srgbClr val="555A5E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490538" y="155575"/>
            <a:ext cx="2494280" cy="589280"/>
          </a:xfr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DFDFD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</a:rPr>
              <a:t>ANALYSIS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DFDFD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181100" y="2370455"/>
            <a:ext cx="1993392" cy="1993900"/>
            <a:chOff x="2010" y="4215"/>
            <a:chExt cx="4952" cy="3140"/>
          </a:xfrm>
        </p:grpSpPr>
        <p:sp>
          <p:nvSpPr>
            <p:cNvPr id="6" name="Rectangle 5">
              <a:hlinkHover r:id="rId1" action="ppaction://hlinksldjump"/>
            </p:cNvPr>
            <p:cNvSpPr/>
            <p:nvPr/>
          </p:nvSpPr>
          <p:spPr>
            <a:xfrm>
              <a:off x="2010" y="4215"/>
              <a:ext cx="4953" cy="3140"/>
            </a:xfrm>
            <a:prstGeom prst="rect">
              <a:avLst/>
            </a:prstGeom>
            <a:solidFill>
              <a:srgbClr val="555A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13"/>
            <p:cNvSpPr txBox="1"/>
            <p:nvPr/>
          </p:nvSpPr>
          <p:spPr>
            <a:xfrm>
              <a:off x="3913" y="4808"/>
              <a:ext cx="1005" cy="2132"/>
            </a:xfrm>
            <a:prstGeom prst="rect">
              <a:avLst/>
            </a:prstGeom>
            <a:solidFill>
              <a:srgbClr val="555A5E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r>
                <a:rPr lang="en-US" altLang="zh-CN" sz="8800" b="1" dirty="0">
                  <a:solidFill>
                    <a:schemeClr val="bg1"/>
                  </a:solidFill>
                  <a:latin typeface="Arial" panose="020B0704020202020204" pitchFamily="34" charset="0"/>
                  <a:sym typeface="Arial" panose="020B0704020202020204" pitchFamily="34" charset="0"/>
                </a:rPr>
                <a:t>1</a:t>
              </a: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419475" y="2370455"/>
            <a:ext cx="1993392" cy="1993900"/>
            <a:chOff x="7185" y="4215"/>
            <a:chExt cx="4952" cy="3140"/>
          </a:xfrm>
        </p:grpSpPr>
        <p:sp>
          <p:nvSpPr>
            <p:cNvPr id="2" name="Rectangle 5">
              <a:hlinkHover r:id="rId2" action="ppaction://hlinksldjump"/>
            </p:cNvPr>
            <p:cNvSpPr/>
            <p:nvPr/>
          </p:nvSpPr>
          <p:spPr>
            <a:xfrm>
              <a:off x="7185" y="4215"/>
              <a:ext cx="4953" cy="31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3"/>
            <p:cNvSpPr txBox="1"/>
            <p:nvPr/>
          </p:nvSpPr>
          <p:spPr>
            <a:xfrm>
              <a:off x="9139" y="4808"/>
              <a:ext cx="1005" cy="2132"/>
            </a:xfrm>
            <a:prstGeom prst="rect">
              <a:avLst/>
            </a:prstGeom>
            <a:solidFill>
              <a:srgbClr val="FFC000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r>
                <a:rPr lang="en-US" altLang="zh-CN" sz="8800" b="1" dirty="0">
                  <a:solidFill>
                    <a:schemeClr val="bg1"/>
                  </a:solidFill>
                  <a:latin typeface="Arial" panose="020B0704020202020204" pitchFamily="34" charset="0"/>
                  <a:sym typeface="Arial" panose="020B0704020202020204" pitchFamily="34" charset="0"/>
                </a:rPr>
                <a:t>2</a:t>
              </a: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664200" y="2354580"/>
            <a:ext cx="1993392" cy="1993900"/>
            <a:chOff x="12320" y="4215"/>
            <a:chExt cx="4952" cy="3140"/>
          </a:xfrm>
        </p:grpSpPr>
        <p:sp>
          <p:nvSpPr>
            <p:cNvPr id="5124" name="Rectangle 6">
              <a:hlinkHover r:id="" action="ppaction://hlinkshowjump?jump=previousslide"/>
            </p:cNvPr>
            <p:cNvSpPr/>
            <p:nvPr/>
          </p:nvSpPr>
          <p:spPr>
            <a:xfrm>
              <a:off x="12320" y="4215"/>
              <a:ext cx="4953" cy="3140"/>
            </a:xfrm>
            <a:prstGeom prst="rect">
              <a:avLst/>
            </a:prstGeom>
            <a:solidFill>
              <a:srgbClr val="595959"/>
            </a:solidFill>
            <a:ln w="9525">
              <a:noFill/>
            </a:ln>
          </p:spPr>
          <p:txBody>
            <a:bodyPr lIns="0" tIns="0" rIns="0" bIns="0"/>
            <a:p>
              <a:pPr eaLnBrk="1" hangingPunct="1"/>
              <a:endParaRPr lang="id-ID" altLang="zh-CN" dirty="0">
                <a:latin typeface="Arial" panose="020B0704020202020204" pitchFamily="34" charset="0"/>
              </a:endParaRPr>
            </a:p>
          </p:txBody>
        </p:sp>
        <p:sp>
          <p:nvSpPr>
            <p:cNvPr id="12" name="TextBox 13"/>
            <p:cNvSpPr txBox="1"/>
            <p:nvPr/>
          </p:nvSpPr>
          <p:spPr>
            <a:xfrm>
              <a:off x="14240" y="4808"/>
              <a:ext cx="1005" cy="2132"/>
            </a:xfrm>
            <a:prstGeom prst="rect">
              <a:avLst/>
            </a:prstGeom>
            <a:solidFill>
              <a:srgbClr val="555A5E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r>
                <a:rPr lang="en-US" altLang="zh-CN" sz="8800" b="1" dirty="0">
                  <a:solidFill>
                    <a:schemeClr val="bg1"/>
                  </a:solidFill>
                  <a:latin typeface="Arial" panose="020B0704020202020204" pitchFamily="34" charset="0"/>
                  <a:sym typeface="Arial" panose="020B0704020202020204" pitchFamily="34" charset="0"/>
                </a:rPr>
                <a:t>3</a:t>
              </a: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908925" y="2354580"/>
            <a:ext cx="3145536" cy="1993900"/>
            <a:chOff x="7185" y="4215"/>
            <a:chExt cx="4953" cy="3140"/>
          </a:xfrm>
        </p:grpSpPr>
        <p:sp>
          <p:nvSpPr>
            <p:cNvPr id="11" name="Rectangle 5"/>
            <p:cNvSpPr/>
            <p:nvPr/>
          </p:nvSpPr>
          <p:spPr>
            <a:xfrm>
              <a:off x="7185" y="4215"/>
              <a:ext cx="4953" cy="31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139" y="4808"/>
              <a:ext cx="1005" cy="2132"/>
            </a:xfrm>
            <a:prstGeom prst="rect">
              <a:avLst/>
            </a:prstGeom>
            <a:solidFill>
              <a:srgbClr val="FFC000"/>
            </a:solidFill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algn="ctr" defTabSz="1216025" eaLnBrk="1" hangingPunct="1">
                <a:spcBef>
                  <a:spcPct val="20000"/>
                </a:spcBef>
              </a:pPr>
              <a:endParaRPr lang="en-US" altLang="zh-CN" sz="8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pic>
        <p:nvPicPr>
          <p:cNvPr id="14" name="Picture 13"/>
          <p:cNvPicPr/>
          <p:nvPr/>
        </p:nvPicPr>
        <p:blipFill>
          <a:blip r:embed="rId3"/>
          <a:stretch>
            <a:fillRect/>
          </a:stretch>
        </p:blipFill>
        <p:spPr>
          <a:xfrm>
            <a:off x="7972425" y="2609850"/>
            <a:ext cx="2989580" cy="162877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7908925" y="4578350"/>
            <a:ext cx="2343150" cy="775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FFC000"/>
                </a:solidFill>
                <a:sym typeface="+mn-ea"/>
              </a:rPr>
              <a:t>Revenue by Countries </a:t>
            </a:r>
            <a:endParaRPr lang="en-US" sz="2800" b="1" dirty="0">
              <a:solidFill>
                <a:srgbClr val="FFC000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1"/>
          <p:cNvSpPr>
            <a:spLocks noGrp="1"/>
          </p:cNvSpPr>
          <p:nvPr/>
        </p:nvSpPr>
        <p:spPr>
          <a:xfrm>
            <a:off x="392067" y="192586"/>
            <a:ext cx="8892540" cy="478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000" b="1" kern="1200">
                <a:solidFill>
                  <a:srgbClr val="FDFDFD"/>
                </a:solidFill>
                <a:latin typeface="Arial" panose="020B0704020202020204" pitchFamily="34" charset="0"/>
                <a:ea typeface="Microsoft YaHei" panose="020B0503020204020204" pitchFamily="34" charset="-122"/>
                <a:cs typeface="+mn-cs"/>
              </a:defRPr>
            </a:lvl1pPr>
          </a:lstStyle>
          <a:p>
            <a:r>
              <a:rPr lang="en-US" sz="2800"/>
              <a:t>Revenue of the Company in the year 2011 by Month</a:t>
            </a:r>
            <a:endParaRPr lang="en-US" sz="2800"/>
          </a:p>
        </p:txBody>
      </p:sp>
      <p:pic>
        <p:nvPicPr>
          <p:cNvPr id="6" name="Content Placeholder 5"/>
          <p:cNvPicPr>
            <a:picLocks noGrp="1" noChangeAspect="1"/>
          </p:cNvPicPr>
          <p:nvPr/>
        </p:nvPicPr>
        <p:blipFill>
          <a:blip r:embed="rId1"/>
          <a:srcRect t="15241" r="1251" b="6058"/>
          <a:stretch>
            <a:fillRect/>
          </a:stretch>
        </p:blipFill>
        <p:spPr>
          <a:xfrm>
            <a:off x="826770" y="1459865"/>
            <a:ext cx="10375900" cy="5026660"/>
          </a:xfrm>
          <a:prstGeom prst="rect">
            <a:avLst/>
          </a:prstGeom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067" y="191316"/>
            <a:ext cx="8892540" cy="478155"/>
          </a:xfrm>
        </p:spPr>
        <p:txBody>
          <a:bodyPr/>
          <a:p>
            <a:r>
              <a:rPr lang="en-US" sz="2800"/>
              <a:t>Revenue of the Company in the year 2011 by Month</a:t>
            </a:r>
            <a:endParaRPr lang="en-US" sz="2800"/>
          </a:p>
        </p:txBody>
      </p:sp>
      <p:sp>
        <p:nvSpPr>
          <p:cNvPr id="4" name="AutoShape 9"/>
          <p:cNvSpPr/>
          <p:nvPr/>
        </p:nvSpPr>
        <p:spPr bwMode="auto">
          <a:xfrm rot="20054367">
            <a:off x="1714500" y="1889125"/>
            <a:ext cx="1992313" cy="1989138"/>
          </a:xfrm>
          <a:custGeom>
            <a:avLst/>
            <a:gdLst>
              <a:gd name="T0" fmla="*/ 16796 w 19677"/>
              <a:gd name="T1" fmla="*/ 2886 h 19677"/>
              <a:gd name="T2" fmla="*/ 16800 w 19677"/>
              <a:gd name="T3" fmla="*/ 16800 h 19677"/>
              <a:gd name="T4" fmla="*/ 2886 w 19677"/>
              <a:gd name="T5" fmla="*/ 16796 h 19677"/>
              <a:gd name="T6" fmla="*/ 2882 w 19677"/>
              <a:gd name="T7" fmla="*/ 2882 h 19677"/>
              <a:gd name="T8" fmla="*/ 16796 w 19677"/>
              <a:gd name="T9" fmla="*/ 2886 h 19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677" h="19677">
                <a:moveTo>
                  <a:pt x="16796" y="2886"/>
                </a:moveTo>
                <a:cubicBezTo>
                  <a:pt x="20639" y="6729"/>
                  <a:pt x="20641" y="12959"/>
                  <a:pt x="16800" y="16800"/>
                </a:cubicBezTo>
                <a:cubicBezTo>
                  <a:pt x="12959" y="20641"/>
                  <a:pt x="6729" y="20639"/>
                  <a:pt x="2886" y="16796"/>
                </a:cubicBezTo>
                <a:cubicBezTo>
                  <a:pt x="-957" y="12953"/>
                  <a:pt x="-959" y="6723"/>
                  <a:pt x="2882" y="2882"/>
                </a:cubicBezTo>
                <a:cubicBezTo>
                  <a:pt x="6723" y="-959"/>
                  <a:pt x="12953" y="-957"/>
                  <a:pt x="16796" y="2886"/>
                </a:cubicBezTo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11268" name="AutoShape 13"/>
          <p:cNvSpPr/>
          <p:nvPr/>
        </p:nvSpPr>
        <p:spPr>
          <a:xfrm rot="-1545633">
            <a:off x="5130800" y="1911350"/>
            <a:ext cx="1990725" cy="1987550"/>
          </a:xfrm>
          <a:custGeom>
            <a:avLst/>
            <a:gdLst/>
            <a:ahLst/>
            <a:cxnLst>
              <a:cxn ang="0">
                <a:pos x="1700204" y="291581"/>
              </a:cxn>
              <a:cxn ang="0">
                <a:pos x="1700609" y="1697356"/>
              </a:cxn>
              <a:cxn ang="0">
                <a:pos x="292140" y="1696952"/>
              </a:cxn>
              <a:cxn ang="0">
                <a:pos x="291735" y="291177"/>
              </a:cxn>
              <a:cxn ang="0">
                <a:pos x="1700204" y="291581"/>
              </a:cxn>
            </a:cxnLst>
            <a:pathLst>
              <a:path w="19677" h="19677">
                <a:moveTo>
                  <a:pt x="16796" y="2886"/>
                </a:moveTo>
                <a:cubicBezTo>
                  <a:pt x="20639" y="6729"/>
                  <a:pt x="20641" y="12959"/>
                  <a:pt x="16800" y="16800"/>
                </a:cubicBezTo>
                <a:cubicBezTo>
                  <a:pt x="12959" y="20641"/>
                  <a:pt x="6729" y="20639"/>
                  <a:pt x="2886" y="16796"/>
                </a:cubicBezTo>
                <a:cubicBezTo>
                  <a:pt x="-957" y="12953"/>
                  <a:pt x="-959" y="6723"/>
                  <a:pt x="2882" y="2882"/>
                </a:cubicBezTo>
                <a:cubicBezTo>
                  <a:pt x="6723" y="-959"/>
                  <a:pt x="12953" y="-957"/>
                  <a:pt x="16796" y="2886"/>
                </a:cubicBezTo>
              </a:path>
            </a:pathLst>
          </a:custGeom>
          <a:solidFill>
            <a:srgbClr val="595959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2" name="AutoShape 3"/>
          <p:cNvSpPr/>
          <p:nvPr/>
        </p:nvSpPr>
        <p:spPr bwMode="auto">
          <a:xfrm rot="20054367">
            <a:off x="8593138" y="1928813"/>
            <a:ext cx="1992313" cy="1987550"/>
          </a:xfrm>
          <a:custGeom>
            <a:avLst/>
            <a:gdLst>
              <a:gd name="T0" fmla="*/ 16796 w 19677"/>
              <a:gd name="T1" fmla="*/ 2886 h 19677"/>
              <a:gd name="T2" fmla="*/ 16800 w 19677"/>
              <a:gd name="T3" fmla="*/ 16800 h 19677"/>
              <a:gd name="T4" fmla="*/ 2886 w 19677"/>
              <a:gd name="T5" fmla="*/ 16796 h 19677"/>
              <a:gd name="T6" fmla="*/ 2882 w 19677"/>
              <a:gd name="T7" fmla="*/ 2882 h 19677"/>
              <a:gd name="T8" fmla="*/ 16796 w 19677"/>
              <a:gd name="T9" fmla="*/ 2886 h 19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677" h="19677">
                <a:moveTo>
                  <a:pt x="16796" y="2886"/>
                </a:moveTo>
                <a:cubicBezTo>
                  <a:pt x="20639" y="6729"/>
                  <a:pt x="20641" y="12959"/>
                  <a:pt x="16800" y="16800"/>
                </a:cubicBezTo>
                <a:cubicBezTo>
                  <a:pt x="12959" y="20641"/>
                  <a:pt x="6729" y="20639"/>
                  <a:pt x="2886" y="16796"/>
                </a:cubicBezTo>
                <a:cubicBezTo>
                  <a:pt x="-957" y="12953"/>
                  <a:pt x="-959" y="6723"/>
                  <a:pt x="2882" y="2882"/>
                </a:cubicBezTo>
                <a:cubicBezTo>
                  <a:pt x="6723" y="-959"/>
                  <a:pt x="12953" y="-957"/>
                  <a:pt x="16796" y="2886"/>
                </a:cubicBezTo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11272" name="TextBox 13"/>
          <p:cNvSpPr txBox="1"/>
          <p:nvPr/>
        </p:nvSpPr>
        <p:spPr>
          <a:xfrm>
            <a:off x="1315085" y="4310380"/>
            <a:ext cx="2614930" cy="189420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algn="ctr" defTabSz="1216025"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sz="1600" b="1" dirty="0">
                <a:latin typeface="Arial Bold" panose="020B0704020202020204" charset="0"/>
                <a:cs typeface="Arial Bold" panose="020B0704020202020204" charset="0"/>
                <a:sym typeface="+mn-ea"/>
              </a:rPr>
              <a:t>The first 8 months had stable monthly revenues with minor fluctuations. The average revenue was $685,000.</a:t>
            </a:r>
            <a:endParaRPr lang="en-US" sz="1600" b="1" dirty="0">
              <a:latin typeface="Arial Bold" panose="020B0704020202020204" charset="0"/>
              <a:cs typeface="Arial Bold" panose="020B0704020202020204" charset="0"/>
            </a:endParaRPr>
          </a:p>
          <a:p>
            <a:pPr algn="ctr" defTabSz="1216025" eaLnBrk="1" hangingPunct="1">
              <a:spcBef>
                <a:spcPct val="20000"/>
              </a:spcBef>
            </a:pPr>
            <a:endParaRPr lang="en-US" altLang="x-none" sz="1600" b="1" dirty="0">
              <a:solidFill>
                <a:srgbClr val="445469"/>
              </a:solidFill>
              <a:latin typeface="Arial Bold" panose="020B0704020202020204" charset="0"/>
              <a:cs typeface="Arial Bold" panose="020B0704020202020204" charset="0"/>
              <a:sym typeface="Arial" panose="020B0704020202020204" pitchFamily="34" charset="0"/>
            </a:endParaRPr>
          </a:p>
        </p:txBody>
      </p:sp>
      <p:sp>
        <p:nvSpPr>
          <p:cNvPr id="11274" name="TextBox 13"/>
          <p:cNvSpPr txBox="1"/>
          <p:nvPr/>
        </p:nvSpPr>
        <p:spPr>
          <a:xfrm>
            <a:off x="4582160" y="4310380"/>
            <a:ext cx="3218180" cy="221424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algn="ctr" defTabSz="1216025"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sz="1600" b="1" dirty="0">
                <a:latin typeface="Arial Bold" panose="020B0704020202020204" charset="0"/>
                <a:cs typeface="Arial Bold" panose="020B0704020202020204" charset="0"/>
                <a:sym typeface="+mn-ea"/>
              </a:rPr>
              <a:t>A significant spike in revenue from September with the revenue at $1.15 Million in November and an average of 21.18% increase in revenue from August to November.</a:t>
            </a:r>
            <a:endParaRPr lang="en-US" sz="1600" b="1" dirty="0">
              <a:latin typeface="Arial Bold" panose="020B0704020202020204" charset="0"/>
              <a:cs typeface="Arial Bold" panose="020B0704020202020204" charset="0"/>
            </a:endParaRPr>
          </a:p>
          <a:p>
            <a:pPr algn="ctr" defTabSz="1216025" eaLnBrk="1" hangingPunct="1">
              <a:spcBef>
                <a:spcPct val="20000"/>
              </a:spcBef>
            </a:pPr>
            <a:endParaRPr lang="en-US" altLang="x-none" sz="1600" b="1" dirty="0">
              <a:solidFill>
                <a:srgbClr val="445469"/>
              </a:solidFill>
              <a:latin typeface="Arial Bold" panose="020B0704020202020204" charset="0"/>
              <a:cs typeface="Arial Bold" panose="020B0704020202020204" charset="0"/>
              <a:sym typeface="Arial" panose="020B0704020202020204" pitchFamily="34" charset="0"/>
            </a:endParaRPr>
          </a:p>
        </p:txBody>
      </p:sp>
      <p:sp>
        <p:nvSpPr>
          <p:cNvPr id="11276" name="TextBox 13"/>
          <p:cNvSpPr txBox="1"/>
          <p:nvPr/>
        </p:nvSpPr>
        <p:spPr>
          <a:xfrm>
            <a:off x="8325486" y="4310380"/>
            <a:ext cx="2614930" cy="159956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algn="ctr" defTabSz="1216025"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sz="1600" b="1" dirty="0">
                <a:latin typeface="Arial Bold" panose="020B0704020202020204" charset="0"/>
                <a:cs typeface="Arial Bold" panose="020B0704020202020204" charset="0"/>
                <a:sym typeface="+mn-ea"/>
              </a:rPr>
              <a:t>The revenue trend from August to December demonstrates how seasonality affects retail store sales</a:t>
            </a:r>
            <a:endParaRPr lang="en-US" altLang="x-none" sz="1600" b="1" dirty="0">
              <a:solidFill>
                <a:srgbClr val="445469"/>
              </a:solidFill>
              <a:latin typeface="Arial Bold" panose="020B0704020202020204" charset="0"/>
              <a:cs typeface="Arial Bold" panose="020B0704020202020204" charset="0"/>
              <a:sym typeface="+mn-ea"/>
            </a:endParaRPr>
          </a:p>
        </p:txBody>
      </p:sp>
      <p:sp>
        <p:nvSpPr>
          <p:cNvPr id="394" name="Freeform 32"/>
          <p:cNvSpPr>
            <a:spLocks noChangeArrowheads="1"/>
          </p:cNvSpPr>
          <p:nvPr/>
        </p:nvSpPr>
        <p:spPr bwMode="auto">
          <a:xfrm>
            <a:off x="5530215" y="2588895"/>
            <a:ext cx="1181100" cy="589915"/>
          </a:xfrm>
          <a:custGeom>
            <a:avLst/>
            <a:gdLst>
              <a:gd name="T0" fmla="*/ 208635 w 609"/>
              <a:gd name="T1" fmla="*/ 61053 h 305"/>
              <a:gd name="T2" fmla="*/ 208635 w 609"/>
              <a:gd name="T3" fmla="*/ 61053 h 305"/>
              <a:gd name="T4" fmla="*/ 198563 w 609"/>
              <a:gd name="T5" fmla="*/ 50638 h 305"/>
              <a:gd name="T6" fmla="*/ 198563 w 609"/>
              <a:gd name="T7" fmla="*/ 35555 h 305"/>
              <a:gd name="T8" fmla="*/ 147484 w 609"/>
              <a:gd name="T9" fmla="*/ 86193 h 305"/>
              <a:gd name="T10" fmla="*/ 147484 w 609"/>
              <a:gd name="T11" fmla="*/ 86193 h 305"/>
              <a:gd name="T12" fmla="*/ 127339 w 609"/>
              <a:gd name="T13" fmla="*/ 104150 h 305"/>
              <a:gd name="T14" fmla="*/ 127339 w 609"/>
              <a:gd name="T15" fmla="*/ 104150 h 305"/>
              <a:gd name="T16" fmla="*/ 119785 w 609"/>
              <a:gd name="T17" fmla="*/ 109178 h 305"/>
              <a:gd name="T18" fmla="*/ 111872 w 609"/>
              <a:gd name="T19" fmla="*/ 104150 h 305"/>
              <a:gd name="T20" fmla="*/ 111872 w 609"/>
              <a:gd name="T21" fmla="*/ 104150 h 305"/>
              <a:gd name="T22" fmla="*/ 66188 w 609"/>
              <a:gd name="T23" fmla="*/ 58539 h 305"/>
              <a:gd name="T24" fmla="*/ 17986 w 609"/>
              <a:gd name="T25" fmla="*/ 104150 h 305"/>
              <a:gd name="T26" fmla="*/ 17986 w 609"/>
              <a:gd name="T27" fmla="*/ 104150 h 305"/>
              <a:gd name="T28" fmla="*/ 10432 w 609"/>
              <a:gd name="T29" fmla="*/ 109178 h 305"/>
              <a:gd name="T30" fmla="*/ 0 w 609"/>
              <a:gd name="T31" fmla="*/ 99122 h 305"/>
              <a:gd name="T32" fmla="*/ 5396 w 609"/>
              <a:gd name="T33" fmla="*/ 91221 h 305"/>
              <a:gd name="T34" fmla="*/ 5396 w 609"/>
              <a:gd name="T35" fmla="*/ 91221 h 305"/>
              <a:gd name="T36" fmla="*/ 58634 w 609"/>
              <a:gd name="T37" fmla="*/ 38069 h 305"/>
              <a:gd name="T38" fmla="*/ 58634 w 609"/>
              <a:gd name="T39" fmla="*/ 38069 h 305"/>
              <a:gd name="T40" fmla="*/ 66188 w 609"/>
              <a:gd name="T41" fmla="*/ 33041 h 305"/>
              <a:gd name="T42" fmla="*/ 71224 w 609"/>
              <a:gd name="T43" fmla="*/ 38069 h 305"/>
              <a:gd name="T44" fmla="*/ 71224 w 609"/>
              <a:gd name="T45" fmla="*/ 38069 h 305"/>
              <a:gd name="T46" fmla="*/ 119785 w 609"/>
              <a:gd name="T47" fmla="*/ 83679 h 305"/>
              <a:gd name="T48" fmla="*/ 132375 w 609"/>
              <a:gd name="T49" fmla="*/ 71109 h 305"/>
              <a:gd name="T50" fmla="*/ 132375 w 609"/>
              <a:gd name="T51" fmla="*/ 71109 h 305"/>
              <a:gd name="T52" fmla="*/ 134893 w 609"/>
              <a:gd name="T53" fmla="*/ 68595 h 305"/>
              <a:gd name="T54" fmla="*/ 139929 w 609"/>
              <a:gd name="T55" fmla="*/ 63567 h 305"/>
              <a:gd name="T56" fmla="*/ 139929 w 609"/>
              <a:gd name="T57" fmla="*/ 63567 h 305"/>
              <a:gd name="T58" fmla="*/ 183095 w 609"/>
              <a:gd name="T59" fmla="*/ 20471 h 305"/>
              <a:gd name="T60" fmla="*/ 167987 w 609"/>
              <a:gd name="T61" fmla="*/ 20471 h 305"/>
              <a:gd name="T62" fmla="*/ 157915 w 609"/>
              <a:gd name="T63" fmla="*/ 10056 h 305"/>
              <a:gd name="T64" fmla="*/ 167987 w 609"/>
              <a:gd name="T65" fmla="*/ 0 h 305"/>
              <a:gd name="T66" fmla="*/ 208635 w 609"/>
              <a:gd name="T67" fmla="*/ 0 h 305"/>
              <a:gd name="T68" fmla="*/ 218707 w 609"/>
              <a:gd name="T69" fmla="*/ 10056 h 305"/>
              <a:gd name="T70" fmla="*/ 218707 w 609"/>
              <a:gd name="T71" fmla="*/ 50638 h 305"/>
              <a:gd name="T72" fmla="*/ 208635 w 609"/>
              <a:gd name="T73" fmla="*/ 61053 h 305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609" h="305">
                <a:moveTo>
                  <a:pt x="580" y="170"/>
                </a:moveTo>
                <a:lnTo>
                  <a:pt x="580" y="170"/>
                </a:lnTo>
                <a:cubicBezTo>
                  <a:pt x="559" y="170"/>
                  <a:pt x="552" y="156"/>
                  <a:pt x="552" y="141"/>
                </a:cubicBezTo>
                <a:cubicBezTo>
                  <a:pt x="552" y="99"/>
                  <a:pt x="552" y="99"/>
                  <a:pt x="552" y="99"/>
                </a:cubicBezTo>
                <a:cubicBezTo>
                  <a:pt x="410" y="240"/>
                  <a:pt x="410" y="240"/>
                  <a:pt x="410" y="240"/>
                </a:cubicBezTo>
                <a:cubicBezTo>
                  <a:pt x="354" y="290"/>
                  <a:pt x="354" y="290"/>
                  <a:pt x="354" y="290"/>
                </a:cubicBezTo>
                <a:cubicBezTo>
                  <a:pt x="347" y="297"/>
                  <a:pt x="340" y="304"/>
                  <a:pt x="333" y="304"/>
                </a:cubicBezTo>
                <a:cubicBezTo>
                  <a:pt x="326" y="304"/>
                  <a:pt x="318" y="297"/>
                  <a:pt x="311" y="290"/>
                </a:cubicBezTo>
                <a:cubicBezTo>
                  <a:pt x="184" y="163"/>
                  <a:pt x="184" y="163"/>
                  <a:pt x="184" y="163"/>
                </a:cubicBezTo>
                <a:cubicBezTo>
                  <a:pt x="50" y="290"/>
                  <a:pt x="50" y="290"/>
                  <a:pt x="50" y="290"/>
                </a:cubicBezTo>
                <a:cubicBezTo>
                  <a:pt x="43" y="297"/>
                  <a:pt x="36" y="304"/>
                  <a:pt x="29" y="304"/>
                </a:cubicBezTo>
                <a:cubicBezTo>
                  <a:pt x="15" y="304"/>
                  <a:pt x="0" y="290"/>
                  <a:pt x="0" y="276"/>
                </a:cubicBezTo>
                <a:cubicBezTo>
                  <a:pt x="0" y="269"/>
                  <a:pt x="8" y="261"/>
                  <a:pt x="15" y="254"/>
                </a:cubicBezTo>
                <a:cubicBezTo>
                  <a:pt x="163" y="106"/>
                  <a:pt x="163" y="106"/>
                  <a:pt x="163" y="106"/>
                </a:cubicBezTo>
                <a:cubicBezTo>
                  <a:pt x="170" y="99"/>
                  <a:pt x="177" y="92"/>
                  <a:pt x="184" y="92"/>
                </a:cubicBezTo>
                <a:cubicBezTo>
                  <a:pt x="191" y="92"/>
                  <a:pt x="198" y="99"/>
                  <a:pt x="198" y="106"/>
                </a:cubicBezTo>
                <a:cubicBezTo>
                  <a:pt x="333" y="233"/>
                  <a:pt x="333" y="233"/>
                  <a:pt x="333" y="233"/>
                </a:cubicBezTo>
                <a:cubicBezTo>
                  <a:pt x="368" y="198"/>
                  <a:pt x="368" y="198"/>
                  <a:pt x="368" y="198"/>
                </a:cubicBezTo>
                <a:cubicBezTo>
                  <a:pt x="375" y="191"/>
                  <a:pt x="375" y="191"/>
                  <a:pt x="375" y="191"/>
                </a:cubicBezTo>
                <a:cubicBezTo>
                  <a:pt x="389" y="177"/>
                  <a:pt x="389" y="177"/>
                  <a:pt x="389" y="177"/>
                </a:cubicBezTo>
                <a:cubicBezTo>
                  <a:pt x="509" y="57"/>
                  <a:pt x="509" y="57"/>
                  <a:pt x="509" y="57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446" y="57"/>
                  <a:pt x="439" y="43"/>
                  <a:pt x="439" y="28"/>
                </a:cubicBezTo>
                <a:cubicBezTo>
                  <a:pt x="439" y="14"/>
                  <a:pt x="446" y="0"/>
                  <a:pt x="467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594" y="0"/>
                  <a:pt x="608" y="14"/>
                  <a:pt x="608" y="28"/>
                </a:cubicBezTo>
                <a:cubicBezTo>
                  <a:pt x="608" y="141"/>
                  <a:pt x="608" y="141"/>
                  <a:pt x="608" y="141"/>
                </a:cubicBezTo>
                <a:cubicBezTo>
                  <a:pt x="608" y="156"/>
                  <a:pt x="594" y="170"/>
                  <a:pt x="580" y="170"/>
                </a:cubicBezTo>
              </a:path>
            </a:pathLst>
          </a:custGeom>
          <a:solidFill>
            <a:srgbClr val="FDFDF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beve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9" name="Freeform 115"/>
          <p:cNvSpPr>
            <a:spLocks noChangeArrowheads="1"/>
          </p:cNvSpPr>
          <p:nvPr/>
        </p:nvSpPr>
        <p:spPr bwMode="auto">
          <a:xfrm>
            <a:off x="9171941" y="2550856"/>
            <a:ext cx="822960" cy="822960"/>
          </a:xfrm>
          <a:custGeom>
            <a:avLst/>
            <a:gdLst>
              <a:gd name="T0" fmla="*/ 215533 w 601"/>
              <a:gd name="T1" fmla="*/ 81245 h 552"/>
              <a:gd name="T2" fmla="*/ 215533 w 601"/>
              <a:gd name="T3" fmla="*/ 81245 h 552"/>
              <a:gd name="T4" fmla="*/ 187514 w 601"/>
              <a:gd name="T5" fmla="*/ 109285 h 552"/>
              <a:gd name="T6" fmla="*/ 162368 w 601"/>
              <a:gd name="T7" fmla="*/ 81245 h 552"/>
              <a:gd name="T8" fmla="*/ 162368 w 601"/>
              <a:gd name="T9" fmla="*/ 81245 h 552"/>
              <a:gd name="T10" fmla="*/ 162368 w 601"/>
              <a:gd name="T11" fmla="*/ 81245 h 552"/>
              <a:gd name="T12" fmla="*/ 162368 w 601"/>
              <a:gd name="T13" fmla="*/ 81245 h 552"/>
              <a:gd name="T14" fmla="*/ 134349 w 601"/>
              <a:gd name="T15" fmla="*/ 109285 h 552"/>
              <a:gd name="T16" fmla="*/ 106330 w 601"/>
              <a:gd name="T17" fmla="*/ 81245 h 552"/>
              <a:gd name="T18" fmla="*/ 106330 w 601"/>
              <a:gd name="T19" fmla="*/ 81245 h 552"/>
              <a:gd name="T20" fmla="*/ 106330 w 601"/>
              <a:gd name="T21" fmla="*/ 81245 h 552"/>
              <a:gd name="T22" fmla="*/ 106330 w 601"/>
              <a:gd name="T23" fmla="*/ 81245 h 552"/>
              <a:gd name="T24" fmla="*/ 106330 w 601"/>
              <a:gd name="T25" fmla="*/ 81245 h 552"/>
              <a:gd name="T26" fmla="*/ 81184 w 601"/>
              <a:gd name="T27" fmla="*/ 109285 h 552"/>
              <a:gd name="T28" fmla="*/ 53165 w 601"/>
              <a:gd name="T29" fmla="*/ 81245 h 552"/>
              <a:gd name="T30" fmla="*/ 53165 w 601"/>
              <a:gd name="T31" fmla="*/ 81245 h 552"/>
              <a:gd name="T32" fmla="*/ 53165 w 601"/>
              <a:gd name="T33" fmla="*/ 81245 h 552"/>
              <a:gd name="T34" fmla="*/ 53165 w 601"/>
              <a:gd name="T35" fmla="*/ 81245 h 552"/>
              <a:gd name="T36" fmla="*/ 53165 w 601"/>
              <a:gd name="T37" fmla="*/ 81245 h 552"/>
              <a:gd name="T38" fmla="*/ 25145 w 601"/>
              <a:gd name="T39" fmla="*/ 109285 h 552"/>
              <a:gd name="T40" fmla="*/ 0 w 601"/>
              <a:gd name="T41" fmla="*/ 81245 h 552"/>
              <a:gd name="T42" fmla="*/ 0 w 601"/>
              <a:gd name="T43" fmla="*/ 81245 h 552"/>
              <a:gd name="T44" fmla="*/ 0 w 601"/>
              <a:gd name="T45" fmla="*/ 81245 h 552"/>
              <a:gd name="T46" fmla="*/ 0 w 601"/>
              <a:gd name="T47" fmla="*/ 81245 h 552"/>
              <a:gd name="T48" fmla="*/ 17602 w 601"/>
              <a:gd name="T49" fmla="*/ 30197 h 552"/>
              <a:gd name="T50" fmla="*/ 197931 w 601"/>
              <a:gd name="T51" fmla="*/ 30197 h 552"/>
              <a:gd name="T52" fmla="*/ 215533 w 601"/>
              <a:gd name="T53" fmla="*/ 81245 h 552"/>
              <a:gd name="T54" fmla="*/ 182484 w 601"/>
              <a:gd name="T55" fmla="*/ 20131 h 552"/>
              <a:gd name="T56" fmla="*/ 182484 w 601"/>
              <a:gd name="T57" fmla="*/ 20131 h 552"/>
              <a:gd name="T58" fmla="*/ 32689 w 601"/>
              <a:gd name="T59" fmla="*/ 20131 h 552"/>
              <a:gd name="T60" fmla="*/ 22631 w 601"/>
              <a:gd name="T61" fmla="*/ 10066 h 552"/>
              <a:gd name="T62" fmla="*/ 32689 w 601"/>
              <a:gd name="T63" fmla="*/ 0 h 552"/>
              <a:gd name="T64" fmla="*/ 182484 w 601"/>
              <a:gd name="T65" fmla="*/ 0 h 552"/>
              <a:gd name="T66" fmla="*/ 192902 w 601"/>
              <a:gd name="T67" fmla="*/ 10066 h 552"/>
              <a:gd name="T68" fmla="*/ 182484 w 601"/>
              <a:gd name="T69" fmla="*/ 20131 h 552"/>
              <a:gd name="T70" fmla="*/ 30175 w 601"/>
              <a:gd name="T71" fmla="*/ 119350 h 552"/>
              <a:gd name="T72" fmla="*/ 30175 w 601"/>
              <a:gd name="T73" fmla="*/ 119350 h 552"/>
              <a:gd name="T74" fmla="*/ 30175 w 601"/>
              <a:gd name="T75" fmla="*/ 119350 h 552"/>
              <a:gd name="T76" fmla="*/ 32689 w 601"/>
              <a:gd name="T77" fmla="*/ 119350 h 552"/>
              <a:gd name="T78" fmla="*/ 32689 w 601"/>
              <a:gd name="T79" fmla="*/ 119350 h 552"/>
              <a:gd name="T80" fmla="*/ 35204 w 601"/>
              <a:gd name="T81" fmla="*/ 119350 h 552"/>
              <a:gd name="T82" fmla="*/ 40592 w 601"/>
              <a:gd name="T83" fmla="*/ 116834 h 552"/>
              <a:gd name="T84" fmla="*/ 40592 w 601"/>
              <a:gd name="T85" fmla="*/ 116834 h 552"/>
              <a:gd name="T86" fmla="*/ 40592 w 601"/>
              <a:gd name="T87" fmla="*/ 116834 h 552"/>
              <a:gd name="T88" fmla="*/ 40592 w 601"/>
              <a:gd name="T89" fmla="*/ 167522 h 552"/>
              <a:gd name="T90" fmla="*/ 174941 w 601"/>
              <a:gd name="T91" fmla="*/ 167522 h 552"/>
              <a:gd name="T92" fmla="*/ 174941 w 601"/>
              <a:gd name="T93" fmla="*/ 116834 h 552"/>
              <a:gd name="T94" fmla="*/ 174941 w 601"/>
              <a:gd name="T95" fmla="*/ 116834 h 552"/>
              <a:gd name="T96" fmla="*/ 174941 w 601"/>
              <a:gd name="T97" fmla="*/ 116834 h 552"/>
              <a:gd name="T98" fmla="*/ 179970 w 601"/>
              <a:gd name="T99" fmla="*/ 119350 h 552"/>
              <a:gd name="T100" fmla="*/ 182484 w 601"/>
              <a:gd name="T101" fmla="*/ 119350 h 552"/>
              <a:gd name="T102" fmla="*/ 182484 w 601"/>
              <a:gd name="T103" fmla="*/ 119350 h 552"/>
              <a:gd name="T104" fmla="*/ 184999 w 601"/>
              <a:gd name="T105" fmla="*/ 119350 h 552"/>
              <a:gd name="T106" fmla="*/ 184999 w 601"/>
              <a:gd name="T107" fmla="*/ 119350 h 552"/>
              <a:gd name="T108" fmla="*/ 187514 w 601"/>
              <a:gd name="T109" fmla="*/ 119350 h 552"/>
              <a:gd name="T110" fmla="*/ 195416 w 601"/>
              <a:gd name="T111" fmla="*/ 119350 h 552"/>
              <a:gd name="T112" fmla="*/ 195416 w 601"/>
              <a:gd name="T113" fmla="*/ 188013 h 552"/>
              <a:gd name="T114" fmla="*/ 184999 w 601"/>
              <a:gd name="T115" fmla="*/ 198079 h 552"/>
              <a:gd name="T116" fmla="*/ 30175 w 601"/>
              <a:gd name="T117" fmla="*/ 198079 h 552"/>
              <a:gd name="T118" fmla="*/ 20116 w 601"/>
              <a:gd name="T119" fmla="*/ 188013 h 552"/>
              <a:gd name="T120" fmla="*/ 20116 w 601"/>
              <a:gd name="T121" fmla="*/ 119350 h 552"/>
              <a:gd name="T122" fmla="*/ 25145 w 601"/>
              <a:gd name="T123" fmla="*/ 119350 h 552"/>
              <a:gd name="T124" fmla="*/ 30175 w 601"/>
              <a:gd name="T125" fmla="*/ 119350 h 552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601" h="552">
                <a:moveTo>
                  <a:pt x="600" y="226"/>
                </a:moveTo>
                <a:lnTo>
                  <a:pt x="600" y="226"/>
                </a:lnTo>
                <a:cubicBezTo>
                  <a:pt x="600" y="268"/>
                  <a:pt x="565" y="304"/>
                  <a:pt x="522" y="304"/>
                </a:cubicBezTo>
                <a:cubicBezTo>
                  <a:pt x="480" y="304"/>
                  <a:pt x="452" y="268"/>
                  <a:pt x="452" y="226"/>
                </a:cubicBezTo>
                <a:cubicBezTo>
                  <a:pt x="452" y="268"/>
                  <a:pt x="417" y="304"/>
                  <a:pt x="374" y="304"/>
                </a:cubicBezTo>
                <a:cubicBezTo>
                  <a:pt x="332" y="304"/>
                  <a:pt x="296" y="268"/>
                  <a:pt x="296" y="226"/>
                </a:cubicBezTo>
                <a:cubicBezTo>
                  <a:pt x="296" y="268"/>
                  <a:pt x="268" y="304"/>
                  <a:pt x="226" y="304"/>
                </a:cubicBezTo>
                <a:cubicBezTo>
                  <a:pt x="183" y="304"/>
                  <a:pt x="148" y="268"/>
                  <a:pt x="148" y="226"/>
                </a:cubicBezTo>
                <a:cubicBezTo>
                  <a:pt x="148" y="268"/>
                  <a:pt x="113" y="304"/>
                  <a:pt x="70" y="304"/>
                </a:cubicBezTo>
                <a:cubicBezTo>
                  <a:pt x="28" y="304"/>
                  <a:pt x="0" y="268"/>
                  <a:pt x="0" y="226"/>
                </a:cubicBezTo>
                <a:cubicBezTo>
                  <a:pt x="49" y="84"/>
                  <a:pt x="49" y="84"/>
                  <a:pt x="49" y="84"/>
                </a:cubicBezTo>
                <a:cubicBezTo>
                  <a:pt x="551" y="84"/>
                  <a:pt x="551" y="84"/>
                  <a:pt x="551" y="84"/>
                </a:cubicBezTo>
                <a:cubicBezTo>
                  <a:pt x="600" y="226"/>
                  <a:pt x="600" y="226"/>
                  <a:pt x="600" y="226"/>
                </a:cubicBezTo>
                <a:close/>
                <a:moveTo>
                  <a:pt x="508" y="56"/>
                </a:moveTo>
                <a:lnTo>
                  <a:pt x="508" y="56"/>
                </a:lnTo>
                <a:cubicBezTo>
                  <a:pt x="91" y="56"/>
                  <a:pt x="91" y="56"/>
                  <a:pt x="91" y="56"/>
                </a:cubicBezTo>
                <a:cubicBezTo>
                  <a:pt x="77" y="56"/>
                  <a:pt x="63" y="49"/>
                  <a:pt x="63" y="28"/>
                </a:cubicBezTo>
                <a:cubicBezTo>
                  <a:pt x="63" y="14"/>
                  <a:pt x="77" y="0"/>
                  <a:pt x="91" y="0"/>
                </a:cubicBezTo>
                <a:cubicBezTo>
                  <a:pt x="508" y="0"/>
                  <a:pt x="508" y="0"/>
                  <a:pt x="508" y="0"/>
                </a:cubicBezTo>
                <a:cubicBezTo>
                  <a:pt x="522" y="0"/>
                  <a:pt x="537" y="14"/>
                  <a:pt x="537" y="28"/>
                </a:cubicBezTo>
                <a:cubicBezTo>
                  <a:pt x="537" y="49"/>
                  <a:pt x="522" y="56"/>
                  <a:pt x="508" y="56"/>
                </a:cubicBezTo>
                <a:close/>
                <a:moveTo>
                  <a:pt x="84" y="332"/>
                </a:moveTo>
                <a:lnTo>
                  <a:pt x="84" y="332"/>
                </a:lnTo>
                <a:cubicBezTo>
                  <a:pt x="84" y="332"/>
                  <a:pt x="84" y="332"/>
                  <a:pt x="91" y="332"/>
                </a:cubicBezTo>
                <a:cubicBezTo>
                  <a:pt x="91" y="332"/>
                  <a:pt x="91" y="332"/>
                  <a:pt x="98" y="332"/>
                </a:cubicBezTo>
                <a:cubicBezTo>
                  <a:pt x="98" y="325"/>
                  <a:pt x="106" y="325"/>
                  <a:pt x="113" y="325"/>
                </a:cubicBezTo>
                <a:cubicBezTo>
                  <a:pt x="113" y="466"/>
                  <a:pt x="113" y="466"/>
                  <a:pt x="113" y="466"/>
                </a:cubicBezTo>
                <a:cubicBezTo>
                  <a:pt x="487" y="466"/>
                  <a:pt x="487" y="466"/>
                  <a:pt x="487" y="466"/>
                </a:cubicBezTo>
                <a:cubicBezTo>
                  <a:pt x="487" y="325"/>
                  <a:pt x="487" y="325"/>
                  <a:pt x="487" y="325"/>
                </a:cubicBezTo>
                <a:cubicBezTo>
                  <a:pt x="494" y="325"/>
                  <a:pt x="494" y="325"/>
                  <a:pt x="501" y="332"/>
                </a:cubicBezTo>
                <a:cubicBezTo>
                  <a:pt x="501" y="332"/>
                  <a:pt x="501" y="332"/>
                  <a:pt x="508" y="332"/>
                </a:cubicBezTo>
                <a:lnTo>
                  <a:pt x="515" y="332"/>
                </a:lnTo>
                <a:lnTo>
                  <a:pt x="522" y="332"/>
                </a:lnTo>
                <a:cubicBezTo>
                  <a:pt x="530" y="332"/>
                  <a:pt x="537" y="332"/>
                  <a:pt x="544" y="332"/>
                </a:cubicBezTo>
                <a:cubicBezTo>
                  <a:pt x="544" y="523"/>
                  <a:pt x="544" y="523"/>
                  <a:pt x="544" y="523"/>
                </a:cubicBezTo>
                <a:cubicBezTo>
                  <a:pt x="544" y="537"/>
                  <a:pt x="530" y="551"/>
                  <a:pt x="515" y="551"/>
                </a:cubicBezTo>
                <a:cubicBezTo>
                  <a:pt x="84" y="551"/>
                  <a:pt x="84" y="551"/>
                  <a:pt x="84" y="551"/>
                </a:cubicBezTo>
                <a:cubicBezTo>
                  <a:pt x="63" y="551"/>
                  <a:pt x="56" y="537"/>
                  <a:pt x="56" y="523"/>
                </a:cubicBezTo>
                <a:cubicBezTo>
                  <a:pt x="56" y="332"/>
                  <a:pt x="56" y="332"/>
                  <a:pt x="56" y="332"/>
                </a:cubicBezTo>
                <a:cubicBezTo>
                  <a:pt x="63" y="332"/>
                  <a:pt x="63" y="332"/>
                  <a:pt x="70" y="332"/>
                </a:cubicBezTo>
                <a:cubicBezTo>
                  <a:pt x="77" y="332"/>
                  <a:pt x="77" y="332"/>
                  <a:pt x="84" y="332"/>
                </a:cubicBezTo>
                <a:close/>
              </a:path>
            </a:pathLst>
          </a:custGeom>
          <a:solidFill>
            <a:srgbClr val="FDFDF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beve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3" name="Freeform 17"/>
          <p:cNvSpPr>
            <a:spLocks noChangeAspect="1" noChangeArrowheads="1"/>
          </p:cNvSpPr>
          <p:nvPr/>
        </p:nvSpPr>
        <p:spPr bwMode="auto">
          <a:xfrm>
            <a:off x="2306955" y="2319655"/>
            <a:ext cx="813435" cy="1133475"/>
          </a:xfrm>
          <a:custGeom>
            <a:avLst/>
            <a:gdLst>
              <a:gd name="T0" fmla="*/ 326 w 503"/>
              <a:gd name="T1" fmla="*/ 142 h 703"/>
              <a:gd name="T2" fmla="*/ 168 w 503"/>
              <a:gd name="T3" fmla="*/ 142 h 703"/>
              <a:gd name="T4" fmla="*/ 168 w 503"/>
              <a:gd name="T5" fmla="*/ 134 h 703"/>
              <a:gd name="T6" fmla="*/ 184 w 503"/>
              <a:gd name="T7" fmla="*/ 125 h 703"/>
              <a:gd name="T8" fmla="*/ 310 w 503"/>
              <a:gd name="T9" fmla="*/ 125 h 703"/>
              <a:gd name="T10" fmla="*/ 343 w 503"/>
              <a:gd name="T11" fmla="*/ 0 h 703"/>
              <a:gd name="T12" fmla="*/ 151 w 503"/>
              <a:gd name="T13" fmla="*/ 0 h 703"/>
              <a:gd name="T14" fmla="*/ 176 w 503"/>
              <a:gd name="T15" fmla="*/ 125 h 703"/>
              <a:gd name="T16" fmla="*/ 67 w 503"/>
              <a:gd name="T17" fmla="*/ 67 h 703"/>
              <a:gd name="T18" fmla="*/ 75 w 503"/>
              <a:gd name="T19" fmla="*/ 84 h 703"/>
              <a:gd name="T20" fmla="*/ 168 w 503"/>
              <a:gd name="T21" fmla="*/ 134 h 703"/>
              <a:gd name="T22" fmla="*/ 92 w 503"/>
              <a:gd name="T23" fmla="*/ 134 h 703"/>
              <a:gd name="T24" fmla="*/ 84 w 503"/>
              <a:gd name="T25" fmla="*/ 142 h 703"/>
              <a:gd name="T26" fmla="*/ 126 w 503"/>
              <a:gd name="T27" fmla="*/ 159 h 703"/>
              <a:gd name="T28" fmla="*/ 151 w 503"/>
              <a:gd name="T29" fmla="*/ 151 h 703"/>
              <a:gd name="T30" fmla="*/ 0 w 503"/>
              <a:gd name="T31" fmla="*/ 460 h 703"/>
              <a:gd name="T32" fmla="*/ 251 w 503"/>
              <a:gd name="T33" fmla="*/ 702 h 703"/>
              <a:gd name="T34" fmla="*/ 502 w 503"/>
              <a:gd name="T35" fmla="*/ 452 h 703"/>
              <a:gd name="T36" fmla="*/ 326 w 503"/>
              <a:gd name="T37" fmla="*/ 142 h 703"/>
              <a:gd name="T38" fmla="*/ 318 w 503"/>
              <a:gd name="T39" fmla="*/ 535 h 703"/>
              <a:gd name="T40" fmla="*/ 276 w 503"/>
              <a:gd name="T41" fmla="*/ 560 h 703"/>
              <a:gd name="T42" fmla="*/ 276 w 503"/>
              <a:gd name="T43" fmla="*/ 602 h 703"/>
              <a:gd name="T44" fmla="*/ 234 w 503"/>
              <a:gd name="T45" fmla="*/ 602 h 703"/>
              <a:gd name="T46" fmla="*/ 226 w 503"/>
              <a:gd name="T47" fmla="*/ 560 h 703"/>
              <a:gd name="T48" fmla="*/ 176 w 503"/>
              <a:gd name="T49" fmla="*/ 535 h 703"/>
              <a:gd name="T50" fmla="*/ 151 w 503"/>
              <a:gd name="T51" fmla="*/ 485 h 703"/>
              <a:gd name="T52" fmla="*/ 151 w 503"/>
              <a:gd name="T53" fmla="*/ 468 h 703"/>
              <a:gd name="T54" fmla="*/ 193 w 503"/>
              <a:gd name="T55" fmla="*/ 468 h 703"/>
              <a:gd name="T56" fmla="*/ 193 w 503"/>
              <a:gd name="T57" fmla="*/ 476 h 703"/>
              <a:gd name="T58" fmla="*/ 209 w 503"/>
              <a:gd name="T59" fmla="*/ 510 h 703"/>
              <a:gd name="T60" fmla="*/ 251 w 503"/>
              <a:gd name="T61" fmla="*/ 527 h 703"/>
              <a:gd name="T62" fmla="*/ 293 w 503"/>
              <a:gd name="T63" fmla="*/ 510 h 703"/>
              <a:gd name="T64" fmla="*/ 310 w 503"/>
              <a:gd name="T65" fmla="*/ 476 h 703"/>
              <a:gd name="T66" fmla="*/ 293 w 503"/>
              <a:gd name="T67" fmla="*/ 443 h 703"/>
              <a:gd name="T68" fmla="*/ 243 w 503"/>
              <a:gd name="T69" fmla="*/ 426 h 703"/>
              <a:gd name="T70" fmla="*/ 184 w 503"/>
              <a:gd name="T71" fmla="*/ 393 h 703"/>
              <a:gd name="T72" fmla="*/ 159 w 503"/>
              <a:gd name="T73" fmla="*/ 351 h 703"/>
              <a:gd name="T74" fmla="*/ 184 w 503"/>
              <a:gd name="T75" fmla="*/ 293 h 703"/>
              <a:gd name="T76" fmla="*/ 226 w 503"/>
              <a:gd name="T77" fmla="*/ 276 h 703"/>
              <a:gd name="T78" fmla="*/ 226 w 503"/>
              <a:gd name="T79" fmla="*/ 234 h 703"/>
              <a:gd name="T80" fmla="*/ 268 w 503"/>
              <a:gd name="T81" fmla="*/ 234 h 703"/>
              <a:gd name="T82" fmla="*/ 268 w 503"/>
              <a:gd name="T83" fmla="*/ 267 h 703"/>
              <a:gd name="T84" fmla="*/ 318 w 503"/>
              <a:gd name="T85" fmla="*/ 293 h 703"/>
              <a:gd name="T86" fmla="*/ 343 w 503"/>
              <a:gd name="T87" fmla="*/ 351 h 703"/>
              <a:gd name="T88" fmla="*/ 301 w 503"/>
              <a:gd name="T89" fmla="*/ 351 h 703"/>
              <a:gd name="T90" fmla="*/ 284 w 503"/>
              <a:gd name="T91" fmla="*/ 318 h 703"/>
              <a:gd name="T92" fmla="*/ 251 w 503"/>
              <a:gd name="T93" fmla="*/ 301 h 703"/>
              <a:gd name="T94" fmla="*/ 218 w 503"/>
              <a:gd name="T95" fmla="*/ 318 h 703"/>
              <a:gd name="T96" fmla="*/ 201 w 503"/>
              <a:gd name="T97" fmla="*/ 343 h 703"/>
              <a:gd name="T98" fmla="*/ 218 w 503"/>
              <a:gd name="T99" fmla="*/ 376 h 703"/>
              <a:gd name="T100" fmla="*/ 260 w 503"/>
              <a:gd name="T101" fmla="*/ 393 h 703"/>
              <a:gd name="T102" fmla="*/ 326 w 503"/>
              <a:gd name="T103" fmla="*/ 426 h 703"/>
              <a:gd name="T104" fmla="*/ 351 w 503"/>
              <a:gd name="T105" fmla="*/ 476 h 703"/>
              <a:gd name="T106" fmla="*/ 318 w 503"/>
              <a:gd name="T107" fmla="*/ 535 h 703"/>
              <a:gd name="T108" fmla="*/ 318 w 503"/>
              <a:gd name="T109" fmla="*/ 535 h 703"/>
              <a:gd name="T110" fmla="*/ 318 w 503"/>
              <a:gd name="T111" fmla="*/ 535 h 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503" h="703">
                <a:moveTo>
                  <a:pt x="326" y="142"/>
                </a:moveTo>
                <a:cubicBezTo>
                  <a:pt x="168" y="142"/>
                  <a:pt x="168" y="142"/>
                  <a:pt x="168" y="142"/>
                </a:cubicBezTo>
                <a:cubicBezTo>
                  <a:pt x="168" y="134"/>
                  <a:pt x="168" y="134"/>
                  <a:pt x="168" y="134"/>
                </a:cubicBezTo>
                <a:cubicBezTo>
                  <a:pt x="184" y="125"/>
                  <a:pt x="184" y="125"/>
                  <a:pt x="184" y="125"/>
                </a:cubicBezTo>
                <a:cubicBezTo>
                  <a:pt x="310" y="125"/>
                  <a:pt x="310" y="125"/>
                  <a:pt x="310" y="125"/>
                </a:cubicBezTo>
                <a:cubicBezTo>
                  <a:pt x="343" y="0"/>
                  <a:pt x="343" y="0"/>
                  <a:pt x="343" y="0"/>
                </a:cubicBezTo>
                <a:cubicBezTo>
                  <a:pt x="151" y="0"/>
                  <a:pt x="151" y="0"/>
                  <a:pt x="151" y="0"/>
                </a:cubicBezTo>
                <a:cubicBezTo>
                  <a:pt x="176" y="125"/>
                  <a:pt x="176" y="125"/>
                  <a:pt x="176" y="125"/>
                </a:cubicBezTo>
                <a:cubicBezTo>
                  <a:pt x="159" y="100"/>
                  <a:pt x="109" y="50"/>
                  <a:pt x="67" y="67"/>
                </a:cubicBezTo>
                <a:cubicBezTo>
                  <a:pt x="75" y="84"/>
                  <a:pt x="75" y="84"/>
                  <a:pt x="75" y="84"/>
                </a:cubicBezTo>
                <a:cubicBezTo>
                  <a:pt x="109" y="67"/>
                  <a:pt x="159" y="117"/>
                  <a:pt x="168" y="134"/>
                </a:cubicBezTo>
                <a:cubicBezTo>
                  <a:pt x="142" y="142"/>
                  <a:pt x="109" y="151"/>
                  <a:pt x="92" y="134"/>
                </a:cubicBezTo>
                <a:cubicBezTo>
                  <a:pt x="84" y="142"/>
                  <a:pt x="84" y="142"/>
                  <a:pt x="84" y="142"/>
                </a:cubicBezTo>
                <a:cubicBezTo>
                  <a:pt x="92" y="151"/>
                  <a:pt x="109" y="159"/>
                  <a:pt x="126" y="159"/>
                </a:cubicBezTo>
                <a:cubicBezTo>
                  <a:pt x="134" y="159"/>
                  <a:pt x="142" y="159"/>
                  <a:pt x="151" y="151"/>
                </a:cubicBezTo>
                <a:cubicBezTo>
                  <a:pt x="67" y="217"/>
                  <a:pt x="0" y="351"/>
                  <a:pt x="0" y="460"/>
                </a:cubicBezTo>
                <a:cubicBezTo>
                  <a:pt x="0" y="594"/>
                  <a:pt x="117" y="702"/>
                  <a:pt x="251" y="702"/>
                </a:cubicBezTo>
                <a:cubicBezTo>
                  <a:pt x="393" y="702"/>
                  <a:pt x="502" y="594"/>
                  <a:pt x="502" y="452"/>
                </a:cubicBezTo>
                <a:cubicBezTo>
                  <a:pt x="502" y="343"/>
                  <a:pt x="427" y="192"/>
                  <a:pt x="326" y="142"/>
                </a:cubicBezTo>
                <a:close/>
                <a:moveTo>
                  <a:pt x="318" y="535"/>
                </a:moveTo>
                <a:cubicBezTo>
                  <a:pt x="310" y="552"/>
                  <a:pt x="293" y="552"/>
                  <a:pt x="276" y="560"/>
                </a:cubicBezTo>
                <a:cubicBezTo>
                  <a:pt x="276" y="602"/>
                  <a:pt x="276" y="602"/>
                  <a:pt x="276" y="602"/>
                </a:cubicBezTo>
                <a:cubicBezTo>
                  <a:pt x="234" y="602"/>
                  <a:pt x="234" y="602"/>
                  <a:pt x="234" y="602"/>
                </a:cubicBezTo>
                <a:cubicBezTo>
                  <a:pt x="226" y="560"/>
                  <a:pt x="226" y="560"/>
                  <a:pt x="226" y="560"/>
                </a:cubicBezTo>
                <a:cubicBezTo>
                  <a:pt x="209" y="560"/>
                  <a:pt x="193" y="552"/>
                  <a:pt x="176" y="535"/>
                </a:cubicBezTo>
                <a:cubicBezTo>
                  <a:pt x="159" y="518"/>
                  <a:pt x="151" y="502"/>
                  <a:pt x="151" y="485"/>
                </a:cubicBezTo>
                <a:cubicBezTo>
                  <a:pt x="151" y="468"/>
                  <a:pt x="151" y="468"/>
                  <a:pt x="151" y="468"/>
                </a:cubicBezTo>
                <a:cubicBezTo>
                  <a:pt x="193" y="468"/>
                  <a:pt x="193" y="468"/>
                  <a:pt x="193" y="468"/>
                </a:cubicBezTo>
                <a:cubicBezTo>
                  <a:pt x="193" y="476"/>
                  <a:pt x="193" y="476"/>
                  <a:pt x="193" y="476"/>
                </a:cubicBezTo>
                <a:cubicBezTo>
                  <a:pt x="193" y="493"/>
                  <a:pt x="201" y="502"/>
                  <a:pt x="209" y="510"/>
                </a:cubicBezTo>
                <a:cubicBezTo>
                  <a:pt x="218" y="518"/>
                  <a:pt x="234" y="527"/>
                  <a:pt x="251" y="527"/>
                </a:cubicBezTo>
                <a:cubicBezTo>
                  <a:pt x="268" y="527"/>
                  <a:pt x="284" y="518"/>
                  <a:pt x="293" y="510"/>
                </a:cubicBezTo>
                <a:cubicBezTo>
                  <a:pt x="301" y="502"/>
                  <a:pt x="310" y="493"/>
                  <a:pt x="310" y="476"/>
                </a:cubicBezTo>
                <a:cubicBezTo>
                  <a:pt x="310" y="460"/>
                  <a:pt x="301" y="452"/>
                  <a:pt x="293" y="443"/>
                </a:cubicBezTo>
                <a:cubicBezTo>
                  <a:pt x="284" y="435"/>
                  <a:pt x="268" y="426"/>
                  <a:pt x="243" y="426"/>
                </a:cubicBezTo>
                <a:cubicBezTo>
                  <a:pt x="218" y="418"/>
                  <a:pt x="193" y="410"/>
                  <a:pt x="184" y="393"/>
                </a:cubicBezTo>
                <a:cubicBezTo>
                  <a:pt x="168" y="385"/>
                  <a:pt x="159" y="368"/>
                  <a:pt x="159" y="351"/>
                </a:cubicBezTo>
                <a:cubicBezTo>
                  <a:pt x="159" y="326"/>
                  <a:pt x="168" y="309"/>
                  <a:pt x="184" y="293"/>
                </a:cubicBezTo>
                <a:cubicBezTo>
                  <a:pt x="201" y="284"/>
                  <a:pt x="209" y="276"/>
                  <a:pt x="226" y="276"/>
                </a:cubicBezTo>
                <a:cubicBezTo>
                  <a:pt x="226" y="234"/>
                  <a:pt x="226" y="234"/>
                  <a:pt x="226" y="234"/>
                </a:cubicBezTo>
                <a:cubicBezTo>
                  <a:pt x="268" y="234"/>
                  <a:pt x="268" y="234"/>
                  <a:pt x="268" y="234"/>
                </a:cubicBezTo>
                <a:cubicBezTo>
                  <a:pt x="268" y="267"/>
                  <a:pt x="268" y="267"/>
                  <a:pt x="268" y="267"/>
                </a:cubicBezTo>
                <a:cubicBezTo>
                  <a:pt x="293" y="276"/>
                  <a:pt x="310" y="276"/>
                  <a:pt x="318" y="293"/>
                </a:cubicBezTo>
                <a:cubicBezTo>
                  <a:pt x="335" y="301"/>
                  <a:pt x="343" y="326"/>
                  <a:pt x="343" y="351"/>
                </a:cubicBezTo>
                <a:cubicBezTo>
                  <a:pt x="301" y="351"/>
                  <a:pt x="301" y="351"/>
                  <a:pt x="301" y="351"/>
                </a:cubicBezTo>
                <a:cubicBezTo>
                  <a:pt x="301" y="334"/>
                  <a:pt x="293" y="326"/>
                  <a:pt x="284" y="318"/>
                </a:cubicBezTo>
                <a:cubicBezTo>
                  <a:pt x="284" y="309"/>
                  <a:pt x="268" y="301"/>
                  <a:pt x="251" y="301"/>
                </a:cubicBezTo>
                <a:cubicBezTo>
                  <a:pt x="234" y="301"/>
                  <a:pt x="226" y="309"/>
                  <a:pt x="218" y="318"/>
                </a:cubicBezTo>
                <a:cubicBezTo>
                  <a:pt x="209" y="326"/>
                  <a:pt x="201" y="334"/>
                  <a:pt x="201" y="343"/>
                </a:cubicBezTo>
                <a:cubicBezTo>
                  <a:pt x="201" y="360"/>
                  <a:pt x="209" y="368"/>
                  <a:pt x="218" y="376"/>
                </a:cubicBezTo>
                <a:cubicBezTo>
                  <a:pt x="226" y="385"/>
                  <a:pt x="234" y="385"/>
                  <a:pt x="260" y="393"/>
                </a:cubicBezTo>
                <a:cubicBezTo>
                  <a:pt x="284" y="401"/>
                  <a:pt x="310" y="410"/>
                  <a:pt x="326" y="426"/>
                </a:cubicBezTo>
                <a:cubicBezTo>
                  <a:pt x="343" y="435"/>
                  <a:pt x="351" y="452"/>
                  <a:pt x="351" y="476"/>
                </a:cubicBezTo>
                <a:cubicBezTo>
                  <a:pt x="351" y="502"/>
                  <a:pt x="343" y="518"/>
                  <a:pt x="318" y="535"/>
                </a:cubicBezTo>
                <a:close/>
                <a:moveTo>
                  <a:pt x="318" y="535"/>
                </a:moveTo>
                <a:lnTo>
                  <a:pt x="318" y="5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121910" tIns="60955" rIns="121910" bIns="60955" anchor="ctr"/>
          <a:p>
            <a:pPr marL="0" marR="0" lvl="0" indent="0" algn="l" defTabSz="5429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 dir="r"/>
      </p:transition>
    </mc:Choice>
    <mc:Fallback>
      <p:transition spd="med">
        <p:pull dir="r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7" y="202746"/>
            <a:ext cx="8044180" cy="478155"/>
          </a:xfrm>
        </p:spPr>
        <p:txBody>
          <a:bodyPr/>
          <a:p>
            <a:r>
              <a:rPr lang="en-US" sz="2800"/>
              <a:t>Top 10 Countries by Revenue &amp; Their Quantity</a:t>
            </a:r>
            <a:endParaRPr lang="en-US" sz="28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4195" t="13953" r="1082"/>
          <a:stretch>
            <a:fillRect/>
          </a:stretch>
        </p:blipFill>
        <p:spPr>
          <a:xfrm>
            <a:off x="885190" y="1659255"/>
            <a:ext cx="10507980" cy="4364355"/>
          </a:xfrm>
          <a:prstGeom prst="rect">
            <a:avLst/>
          </a:prstGeom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7" y="202746"/>
            <a:ext cx="8044180" cy="478155"/>
          </a:xfrm>
        </p:spPr>
        <p:txBody>
          <a:bodyPr/>
          <a:p>
            <a:r>
              <a:rPr lang="en-US" sz="2800"/>
              <a:t>Top 10 Countries by Revenue &amp; Their Quantity</a:t>
            </a:r>
            <a:endParaRPr lang="en-US" sz="2800"/>
          </a:p>
        </p:txBody>
      </p:sp>
      <p:grpSp>
        <p:nvGrpSpPr>
          <p:cNvPr id="3" name="Group 2"/>
          <p:cNvGrpSpPr/>
          <p:nvPr/>
        </p:nvGrpSpPr>
        <p:grpSpPr>
          <a:xfrm>
            <a:off x="1175385" y="1677035"/>
            <a:ext cx="9702165" cy="4530725"/>
            <a:chOff x="2475" y="2990"/>
            <a:chExt cx="10530" cy="4285"/>
          </a:xfrm>
        </p:grpSpPr>
        <p:sp>
          <p:nvSpPr>
            <p:cNvPr id="27650" name="AutoShape 1"/>
            <p:cNvSpPr/>
            <p:nvPr/>
          </p:nvSpPr>
          <p:spPr>
            <a:xfrm>
              <a:off x="6058" y="2990"/>
              <a:ext cx="3335" cy="4285"/>
            </a:xfrm>
            <a:custGeom>
              <a:avLst/>
              <a:gdLst/>
              <a:ahLst/>
              <a:cxnLst>
                <a:cxn ang="0">
                  <a:pos x="77941578" y="128784956"/>
                </a:cxn>
                <a:cxn ang="0">
                  <a:pos x="77941578" y="128784956"/>
                </a:cxn>
                <a:cxn ang="0">
                  <a:pos x="77941578" y="128784956"/>
                </a:cxn>
                <a:cxn ang="0">
                  <a:pos x="77941578" y="128784956"/>
                </a:cxn>
              </a:cxnLst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  <a:ln w="25400" cap="flat" cmpd="sng">
              <a:solidFill>
                <a:srgbClr val="000000">
                  <a:alpha val="0"/>
                </a:srgbClr>
              </a:solidFill>
              <a:prstDash val="solid"/>
              <a:miter lim="0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1" name="AutoShape 2"/>
            <p:cNvSpPr/>
            <p:nvPr/>
          </p:nvSpPr>
          <p:spPr>
            <a:xfrm>
              <a:off x="9670" y="2990"/>
              <a:ext cx="3335" cy="4285"/>
            </a:xfrm>
            <a:custGeom>
              <a:avLst/>
              <a:gdLst/>
              <a:ahLst/>
              <a:cxnLst>
                <a:cxn ang="0">
                  <a:pos x="77941578" y="128784956"/>
                </a:cxn>
                <a:cxn ang="0">
                  <a:pos x="77941578" y="128784956"/>
                </a:cxn>
                <a:cxn ang="0">
                  <a:pos x="77941578" y="128784956"/>
                </a:cxn>
                <a:cxn ang="0">
                  <a:pos x="77941578" y="128784956"/>
                </a:cxn>
              </a:cxnLst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25400" cap="flat" cmpd="sng">
              <a:solidFill>
                <a:srgbClr val="000000">
                  <a:alpha val="0"/>
                </a:srgbClr>
              </a:solidFill>
              <a:prstDash val="solid"/>
              <a:miter lim="0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3" name="AutoShape 4"/>
            <p:cNvSpPr/>
            <p:nvPr/>
          </p:nvSpPr>
          <p:spPr>
            <a:xfrm>
              <a:off x="2475" y="2990"/>
              <a:ext cx="3333" cy="4285"/>
            </a:xfrm>
            <a:custGeom>
              <a:avLst/>
              <a:gdLst/>
              <a:ahLst/>
              <a:cxnLst>
                <a:cxn ang="0">
                  <a:pos x="77941578" y="128784956"/>
                </a:cxn>
                <a:cxn ang="0">
                  <a:pos x="77941578" y="128784956"/>
                </a:cxn>
                <a:cxn ang="0">
                  <a:pos x="77941578" y="128784956"/>
                </a:cxn>
                <a:cxn ang="0">
                  <a:pos x="77941578" y="128784956"/>
                </a:cxn>
              </a:cxnLst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25400" cap="flat" cmpd="sng">
              <a:solidFill>
                <a:srgbClr val="000000">
                  <a:alpha val="0"/>
                </a:srgbClr>
              </a:solidFill>
              <a:prstDash val="solid"/>
              <a:miter lim="0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4" name="矩形 48"/>
            <p:cNvSpPr/>
            <p:nvPr/>
          </p:nvSpPr>
          <p:spPr>
            <a:xfrm>
              <a:off x="2763" y="3308"/>
              <a:ext cx="2747" cy="3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noAutofit/>
            </a:bodyPr>
            <a:p>
              <a:pPr marL="0" lvl="1" algn="ctr" defTabSz="1216025" eaLnBrk="1" hangingPunct="1">
                <a:lnSpc>
                  <a:spcPct val="160000"/>
                </a:lnSpc>
                <a:spcBef>
                  <a:spcPct val="20000"/>
                </a:spcBef>
              </a:pPr>
              <a:r>
                <a:rPr lang="en-US" sz="2100" dirty="0">
                  <a:solidFill>
                    <a:schemeClr val="bg1"/>
                  </a:solidFill>
                  <a:sym typeface="+mn-ea"/>
                </a:rPr>
                <a:t>This chart represents the top 10 countries in the revenue and the quantities bought in these countries except The United Kingdom.</a:t>
              </a:r>
              <a:endParaRPr lang="en-US" sz="2100" dirty="0">
                <a:solidFill>
                  <a:schemeClr val="bg1"/>
                </a:solidFill>
              </a:endParaRPr>
            </a:p>
            <a:p>
              <a:pPr marL="0" lvl="1" algn="ctr" defTabSz="1216025" eaLnBrk="1" hangingPunct="1">
                <a:lnSpc>
                  <a:spcPct val="160000"/>
                </a:lnSpc>
                <a:spcBef>
                  <a:spcPct val="20000"/>
                </a:spcBef>
              </a:pPr>
              <a:endParaRPr lang="en-US" altLang="zh-CN" sz="2100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4778375" y="2013585"/>
            <a:ext cx="2460625" cy="38366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lnSpc>
                <a:spcPct val="130000"/>
              </a:lnSpc>
              <a:buFont typeface="Arial" panose="020B0704020202020204" pitchFamily="34" charset="0"/>
            </a:pPr>
            <a:r>
              <a:rPr lang="en-US" sz="2000" dirty="0">
                <a:solidFill>
                  <a:schemeClr val="bg1"/>
                </a:solidFill>
                <a:sym typeface="+mn-ea"/>
              </a:rPr>
              <a:t>There is no major difference between the revenue and the quantity of goods sold in these countries, showing a high purchasing power in these countries .</a:t>
            </a:r>
            <a:endParaRPr lang="en-US" sz="20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053070" y="1902460"/>
            <a:ext cx="2531110" cy="4062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lnSpc>
                <a:spcPct val="140000"/>
              </a:lnSpc>
              <a:buFont typeface="Arial" panose="020B0704020202020204" pitchFamily="34" charset="0"/>
            </a:pPr>
            <a:r>
              <a:rPr lang="en-US" sz="2000" dirty="0">
                <a:solidFill>
                  <a:schemeClr val="bg1"/>
                </a:solidFill>
                <a:sym typeface="+mn-ea"/>
              </a:rPr>
              <a:t>These countries represent regions with the highest potential to generate more revenue that management needs to focus more on in terms of marketing strategies</a:t>
            </a:r>
            <a:endParaRPr lang="en-US"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7" y="234496"/>
            <a:ext cx="4636770" cy="423545"/>
          </a:xfrm>
        </p:spPr>
        <p:txBody>
          <a:bodyPr/>
          <a:p>
            <a:r>
              <a:rPr lang="en-US" sz="2400"/>
              <a:t>Top 10 Customers by Revenue</a:t>
            </a:r>
            <a:endParaRPr lang="en-US" sz="24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t="19606" r="1513" b="3261"/>
          <a:stretch>
            <a:fillRect/>
          </a:stretch>
        </p:blipFill>
        <p:spPr>
          <a:xfrm>
            <a:off x="1318260" y="1880870"/>
            <a:ext cx="9630410" cy="4175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Text Box 2"/>
          <p:cNvSpPr txBox="1"/>
          <p:nvPr/>
        </p:nvSpPr>
        <p:spPr>
          <a:xfrm>
            <a:off x="1090295" y="1499870"/>
            <a:ext cx="1587500" cy="424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>
                <a:solidFill>
                  <a:schemeClr val="bg1">
                    <a:lumMod val="65000"/>
                  </a:schemeClr>
                </a:solidFill>
              </a:rPr>
              <a:t>Customer ID</a:t>
            </a:r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 dir="r"/>
      </p:transition>
    </mc:Choice>
    <mc:Fallback>
      <p:transition spd="med">
        <p:pull dir="r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677545" y="1626870"/>
            <a:ext cx="10874375" cy="1254125"/>
          </a:xfrm>
          <a:prstGeom prst="roundRect">
            <a:avLst/>
          </a:prstGeom>
          <a:solidFill>
            <a:srgbClr val="555A5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555A5E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77545" y="3293745"/>
            <a:ext cx="10874375" cy="125412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77545" y="4960620"/>
            <a:ext cx="10874375" cy="1254125"/>
          </a:xfrm>
          <a:prstGeom prst="roundRect">
            <a:avLst/>
          </a:prstGeom>
          <a:solidFill>
            <a:srgbClr val="555A5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555A5E"/>
              </a:solidFill>
            </a:endParaRPr>
          </a:p>
        </p:txBody>
      </p:sp>
      <p:sp>
        <p:nvSpPr>
          <p:cNvPr id="42" name="Oval 30"/>
          <p:cNvSpPr/>
          <p:nvPr/>
        </p:nvSpPr>
        <p:spPr>
          <a:xfrm>
            <a:off x="985838" y="1827530"/>
            <a:ext cx="852488" cy="852488"/>
          </a:xfrm>
          <a:prstGeom prst="ellipse">
            <a:avLst/>
          </a:prstGeom>
          <a:solidFill>
            <a:srgbClr val="FFC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2" name="Oval 30"/>
          <p:cNvSpPr/>
          <p:nvPr/>
        </p:nvSpPr>
        <p:spPr>
          <a:xfrm>
            <a:off x="985203" y="5161280"/>
            <a:ext cx="852488" cy="852488"/>
          </a:xfrm>
          <a:prstGeom prst="ellipse">
            <a:avLst/>
          </a:prstGeom>
          <a:solidFill>
            <a:srgbClr val="FFC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3" name="Oval 30"/>
          <p:cNvSpPr/>
          <p:nvPr/>
        </p:nvSpPr>
        <p:spPr>
          <a:xfrm>
            <a:off x="10430193" y="3494405"/>
            <a:ext cx="852488" cy="852488"/>
          </a:xfrm>
          <a:prstGeom prst="ellipse">
            <a:avLst/>
          </a:prstGeom>
          <a:solidFill>
            <a:srgbClr val="555A5E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17930" y="1867535"/>
            <a:ext cx="389255" cy="614045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555A5E"/>
                </a:solidFill>
              </a14:hiddenFill>
            </a:ext>
          </a:extLst>
        </p:spPr>
        <p:txBody>
          <a:bodyPr wrap="square" lIns="0" tIns="0" rIns="0" bIns="0">
            <a:noAutofit/>
          </a:bodyPr>
          <a:p>
            <a:pPr algn="ctr" defTabSz="1216025" eaLnBrk="1" hangingPunct="1">
              <a:spcBef>
                <a:spcPct val="20000"/>
              </a:spcBef>
            </a:pPr>
            <a:r>
              <a:rPr lang="en-US" altLang="zh-CN" sz="4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1</a:t>
            </a:r>
            <a:endParaRPr lang="en-US" altLang="zh-CN" sz="4800" b="1" dirty="0">
              <a:solidFill>
                <a:schemeClr val="bg1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10662285" y="3534410"/>
            <a:ext cx="389255" cy="614045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555A5E"/>
                </a:solidFill>
              </a14:hiddenFill>
            </a:ext>
          </a:extLst>
        </p:spPr>
        <p:txBody>
          <a:bodyPr wrap="square" lIns="0" tIns="0" rIns="0" bIns="0">
            <a:noAutofit/>
          </a:bodyPr>
          <a:p>
            <a:pPr algn="ctr" defTabSz="1216025" eaLnBrk="1" hangingPunct="1">
              <a:spcBef>
                <a:spcPct val="20000"/>
              </a:spcBef>
            </a:pPr>
            <a:r>
              <a:rPr lang="en-US" altLang="zh-CN" sz="4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2</a:t>
            </a:r>
            <a:endParaRPr lang="en-US" altLang="zh-CN" sz="4800" b="1" dirty="0">
              <a:solidFill>
                <a:schemeClr val="bg1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6" name="TextBox 13"/>
          <p:cNvSpPr txBox="1"/>
          <p:nvPr/>
        </p:nvSpPr>
        <p:spPr>
          <a:xfrm>
            <a:off x="1216660" y="5201285"/>
            <a:ext cx="389255" cy="614045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555A5E"/>
                </a:solidFill>
              </a14:hiddenFill>
            </a:ext>
          </a:extLst>
        </p:spPr>
        <p:txBody>
          <a:bodyPr wrap="square" lIns="0" tIns="0" rIns="0" bIns="0">
            <a:noAutofit/>
          </a:bodyPr>
          <a:p>
            <a:pPr algn="ctr" defTabSz="1216025" eaLnBrk="1" hangingPunct="1">
              <a:spcBef>
                <a:spcPct val="20000"/>
              </a:spcBef>
            </a:pPr>
            <a:r>
              <a:rPr lang="en-US" altLang="zh-CN" sz="4800" b="1" dirty="0">
                <a:solidFill>
                  <a:schemeClr val="bg1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3</a:t>
            </a:r>
            <a:endParaRPr lang="en-US" altLang="zh-CN" sz="4800" b="1" dirty="0">
              <a:solidFill>
                <a:schemeClr val="bg1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489857" y="234496"/>
            <a:ext cx="4636770" cy="423545"/>
          </a:xfrm>
        </p:spPr>
        <p:txBody>
          <a:bodyPr/>
          <a:p>
            <a:r>
              <a:rPr lang="en-US" sz="2400"/>
              <a:t>Top 10 Customers by Revenue</a:t>
            </a:r>
            <a:endParaRPr lang="en-US" sz="2400"/>
          </a:p>
        </p:txBody>
      </p:sp>
      <p:sp>
        <p:nvSpPr>
          <p:cNvPr id="18" name="Text Box 17"/>
          <p:cNvSpPr txBox="1"/>
          <p:nvPr/>
        </p:nvSpPr>
        <p:spPr>
          <a:xfrm>
            <a:off x="2111375" y="1840865"/>
            <a:ext cx="917130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>
              <a:buFont typeface="Arial" panose="020B0704020202020204" pitchFamily="34" charset="0"/>
            </a:pPr>
            <a:r>
              <a:rPr lang="en-US" sz="2400" dirty="0">
                <a:solidFill>
                  <a:schemeClr val="bg1"/>
                </a:solidFill>
                <a:sym typeface="+mn-ea"/>
              </a:rPr>
              <a:t>This charts show that there is no major difference between the top 10 customers in terms of revenue generated.</a:t>
            </a:r>
            <a:endParaRPr lang="en-US" sz="24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906780" y="3525520"/>
            <a:ext cx="9443720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>
              <a:buFont typeface="Arial" panose="020B0704020202020204" pitchFamily="34" charset="0"/>
            </a:pPr>
            <a:r>
              <a:rPr lang="en-US" sz="2500" dirty="0">
                <a:solidFill>
                  <a:schemeClr val="bg1"/>
                </a:solidFill>
                <a:sym typeface="+mn-ea"/>
              </a:rPr>
              <a:t>The average difference is revenue between the top 10 customers in 15.8%.</a:t>
            </a:r>
            <a:endParaRPr lang="en-US" sz="25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2111375" y="5114925"/>
            <a:ext cx="917130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>
              <a:buFont typeface="Arial" panose="020B0704020202020204" pitchFamily="34" charset="0"/>
            </a:pPr>
            <a:r>
              <a:rPr lang="en-US" sz="2000" dirty="0">
                <a:solidFill>
                  <a:schemeClr val="bg1"/>
                </a:solidFill>
                <a:sym typeface="+mn-ea"/>
              </a:rPr>
              <a:t>The company can aim to strengthen the relationship with these customers to increase customer loyalty and retention and ultimately drive more sales an revenue for the company.</a:t>
            </a:r>
            <a:endParaRPr lang="en-US"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7" y="186871"/>
            <a:ext cx="3638550" cy="478155"/>
          </a:xfrm>
        </p:spPr>
        <p:txBody>
          <a:bodyPr/>
          <a:p>
            <a:r>
              <a:rPr lang="en-US" sz="2800"/>
              <a:t>Revenue by Country</a:t>
            </a:r>
            <a:endParaRPr lang="en-US" sz="2800"/>
          </a:p>
        </p:txBody>
      </p:sp>
      <p:sp>
        <p:nvSpPr>
          <p:cNvPr id="3" name="Rectangle 391"/>
          <p:cNvSpPr>
            <a:spLocks noChangeAspect="1"/>
          </p:cNvSpPr>
          <p:nvPr/>
        </p:nvSpPr>
        <p:spPr>
          <a:xfrm>
            <a:off x="3328670" y="440626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" name="Rectangle 714"/>
          <p:cNvSpPr>
            <a:spLocks noChangeAspect="1"/>
          </p:cNvSpPr>
          <p:nvPr/>
        </p:nvSpPr>
        <p:spPr>
          <a:xfrm>
            <a:off x="3553460" y="440626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5" name="Rectangle 715"/>
          <p:cNvSpPr>
            <a:spLocks noChangeAspect="1"/>
          </p:cNvSpPr>
          <p:nvPr/>
        </p:nvSpPr>
        <p:spPr>
          <a:xfrm>
            <a:off x="3778250" y="440626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6" name="Rectangle 716"/>
          <p:cNvSpPr>
            <a:spLocks noChangeAspect="1"/>
          </p:cNvSpPr>
          <p:nvPr/>
        </p:nvSpPr>
        <p:spPr>
          <a:xfrm>
            <a:off x="3103245" y="461962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7" name="Rectangle 717"/>
          <p:cNvSpPr>
            <a:spLocks noChangeAspect="1"/>
          </p:cNvSpPr>
          <p:nvPr/>
        </p:nvSpPr>
        <p:spPr>
          <a:xfrm>
            <a:off x="3328670" y="461962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8" name="Rectangle 718"/>
          <p:cNvSpPr>
            <a:spLocks noChangeAspect="1"/>
          </p:cNvSpPr>
          <p:nvPr/>
        </p:nvSpPr>
        <p:spPr>
          <a:xfrm>
            <a:off x="3553460" y="461962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9" name="Rectangle 719"/>
          <p:cNvSpPr>
            <a:spLocks noChangeAspect="1"/>
          </p:cNvSpPr>
          <p:nvPr/>
        </p:nvSpPr>
        <p:spPr>
          <a:xfrm>
            <a:off x="3778250" y="461962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0" name="Rectangle 720"/>
          <p:cNvSpPr>
            <a:spLocks noChangeAspect="1"/>
          </p:cNvSpPr>
          <p:nvPr/>
        </p:nvSpPr>
        <p:spPr>
          <a:xfrm>
            <a:off x="4003675" y="461962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1" name="Rectangle 721"/>
          <p:cNvSpPr>
            <a:spLocks noChangeAspect="1"/>
          </p:cNvSpPr>
          <p:nvPr/>
        </p:nvSpPr>
        <p:spPr>
          <a:xfrm>
            <a:off x="3103245" y="483235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2" name="Rectangle 722"/>
          <p:cNvSpPr>
            <a:spLocks noChangeAspect="1"/>
          </p:cNvSpPr>
          <p:nvPr/>
        </p:nvSpPr>
        <p:spPr>
          <a:xfrm>
            <a:off x="3328670" y="483235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3" name="Rectangle 723"/>
          <p:cNvSpPr>
            <a:spLocks noChangeAspect="1"/>
          </p:cNvSpPr>
          <p:nvPr/>
        </p:nvSpPr>
        <p:spPr>
          <a:xfrm>
            <a:off x="3553460" y="483235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4" name="Rectangle 724"/>
          <p:cNvSpPr>
            <a:spLocks noChangeAspect="1"/>
          </p:cNvSpPr>
          <p:nvPr/>
        </p:nvSpPr>
        <p:spPr>
          <a:xfrm>
            <a:off x="3778250" y="483235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5" name="Rectangle 725"/>
          <p:cNvSpPr>
            <a:spLocks noChangeAspect="1"/>
          </p:cNvSpPr>
          <p:nvPr/>
        </p:nvSpPr>
        <p:spPr>
          <a:xfrm>
            <a:off x="4003675" y="483235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6" name="Rectangle 726"/>
          <p:cNvSpPr>
            <a:spLocks noChangeAspect="1"/>
          </p:cNvSpPr>
          <p:nvPr/>
        </p:nvSpPr>
        <p:spPr>
          <a:xfrm>
            <a:off x="4228465" y="483235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7" name="Rectangle 727"/>
          <p:cNvSpPr>
            <a:spLocks noChangeAspect="1"/>
          </p:cNvSpPr>
          <p:nvPr/>
        </p:nvSpPr>
        <p:spPr>
          <a:xfrm>
            <a:off x="4453890" y="483235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8" name="Rectangle 728"/>
          <p:cNvSpPr>
            <a:spLocks noChangeAspect="1"/>
          </p:cNvSpPr>
          <p:nvPr/>
        </p:nvSpPr>
        <p:spPr>
          <a:xfrm>
            <a:off x="3328670" y="504571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9" name="Rectangle 729"/>
          <p:cNvSpPr>
            <a:spLocks noChangeAspect="1"/>
          </p:cNvSpPr>
          <p:nvPr/>
        </p:nvSpPr>
        <p:spPr>
          <a:xfrm>
            <a:off x="3553460" y="504571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0" name="Rectangle 730"/>
          <p:cNvSpPr>
            <a:spLocks noChangeAspect="1"/>
          </p:cNvSpPr>
          <p:nvPr/>
        </p:nvSpPr>
        <p:spPr>
          <a:xfrm>
            <a:off x="3778250" y="504571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1" name="Rectangle 731"/>
          <p:cNvSpPr>
            <a:spLocks noChangeAspect="1"/>
          </p:cNvSpPr>
          <p:nvPr/>
        </p:nvSpPr>
        <p:spPr>
          <a:xfrm>
            <a:off x="4003675" y="504571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2" name="Rectangle 732"/>
          <p:cNvSpPr>
            <a:spLocks noChangeAspect="1"/>
          </p:cNvSpPr>
          <p:nvPr/>
        </p:nvSpPr>
        <p:spPr>
          <a:xfrm>
            <a:off x="4228465" y="504571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3" name="Rectangle 733"/>
          <p:cNvSpPr>
            <a:spLocks noChangeAspect="1"/>
          </p:cNvSpPr>
          <p:nvPr/>
        </p:nvSpPr>
        <p:spPr>
          <a:xfrm>
            <a:off x="3553460" y="525907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4" name="Rectangle 734"/>
          <p:cNvSpPr>
            <a:spLocks noChangeAspect="1"/>
          </p:cNvSpPr>
          <p:nvPr/>
        </p:nvSpPr>
        <p:spPr>
          <a:xfrm>
            <a:off x="3778250" y="525907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5" name="Rectangle 735"/>
          <p:cNvSpPr>
            <a:spLocks noChangeAspect="1"/>
          </p:cNvSpPr>
          <p:nvPr/>
        </p:nvSpPr>
        <p:spPr>
          <a:xfrm>
            <a:off x="4003675" y="525907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6" name="Rectangle 736"/>
          <p:cNvSpPr>
            <a:spLocks noChangeAspect="1"/>
          </p:cNvSpPr>
          <p:nvPr/>
        </p:nvSpPr>
        <p:spPr>
          <a:xfrm>
            <a:off x="4228465" y="525907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7" name="Rectangle 737"/>
          <p:cNvSpPr>
            <a:spLocks noChangeAspect="1"/>
          </p:cNvSpPr>
          <p:nvPr/>
        </p:nvSpPr>
        <p:spPr>
          <a:xfrm>
            <a:off x="3553460" y="547243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8" name="Rectangle 738"/>
          <p:cNvSpPr>
            <a:spLocks noChangeAspect="1"/>
          </p:cNvSpPr>
          <p:nvPr/>
        </p:nvSpPr>
        <p:spPr>
          <a:xfrm>
            <a:off x="3778250" y="547243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9" name="Rectangle 739"/>
          <p:cNvSpPr>
            <a:spLocks noChangeAspect="1"/>
          </p:cNvSpPr>
          <p:nvPr/>
        </p:nvSpPr>
        <p:spPr>
          <a:xfrm>
            <a:off x="4003675" y="547243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0" name="Rectangle 740"/>
          <p:cNvSpPr>
            <a:spLocks noChangeAspect="1"/>
          </p:cNvSpPr>
          <p:nvPr/>
        </p:nvSpPr>
        <p:spPr>
          <a:xfrm>
            <a:off x="3553460" y="568579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1" name="Rectangle 741"/>
          <p:cNvSpPr>
            <a:spLocks noChangeAspect="1"/>
          </p:cNvSpPr>
          <p:nvPr/>
        </p:nvSpPr>
        <p:spPr>
          <a:xfrm>
            <a:off x="3778250" y="568579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2" name="Rectangle 742"/>
          <p:cNvSpPr>
            <a:spLocks noChangeAspect="1"/>
          </p:cNvSpPr>
          <p:nvPr/>
        </p:nvSpPr>
        <p:spPr>
          <a:xfrm>
            <a:off x="3328670" y="589915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3" name="Rectangle 743"/>
          <p:cNvSpPr>
            <a:spLocks noChangeAspect="1"/>
          </p:cNvSpPr>
          <p:nvPr/>
        </p:nvSpPr>
        <p:spPr>
          <a:xfrm>
            <a:off x="3553460" y="589915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4" name="Rectangle 744"/>
          <p:cNvSpPr>
            <a:spLocks noChangeAspect="1"/>
          </p:cNvSpPr>
          <p:nvPr/>
        </p:nvSpPr>
        <p:spPr>
          <a:xfrm>
            <a:off x="3328670" y="6111875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6" name="Rectangle 746"/>
          <p:cNvSpPr>
            <a:spLocks noChangeAspect="1"/>
          </p:cNvSpPr>
          <p:nvPr/>
        </p:nvSpPr>
        <p:spPr>
          <a:xfrm>
            <a:off x="9624695" y="504571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7" name="Rectangle 747"/>
          <p:cNvSpPr>
            <a:spLocks noChangeAspect="1"/>
          </p:cNvSpPr>
          <p:nvPr/>
        </p:nvSpPr>
        <p:spPr>
          <a:xfrm>
            <a:off x="10074910" y="504571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8" name="Rectangle 748"/>
          <p:cNvSpPr>
            <a:spLocks noChangeAspect="1"/>
          </p:cNvSpPr>
          <p:nvPr/>
        </p:nvSpPr>
        <p:spPr>
          <a:xfrm>
            <a:off x="9399905" y="525907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9" name="Rectangle 749"/>
          <p:cNvSpPr>
            <a:spLocks noChangeAspect="1"/>
          </p:cNvSpPr>
          <p:nvPr/>
        </p:nvSpPr>
        <p:spPr>
          <a:xfrm>
            <a:off x="9624695" y="525907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0" name="Rectangle 750"/>
          <p:cNvSpPr>
            <a:spLocks noChangeAspect="1"/>
          </p:cNvSpPr>
          <p:nvPr/>
        </p:nvSpPr>
        <p:spPr>
          <a:xfrm>
            <a:off x="9850120" y="525907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1" name="Rectangle 751"/>
          <p:cNvSpPr>
            <a:spLocks noChangeAspect="1"/>
          </p:cNvSpPr>
          <p:nvPr/>
        </p:nvSpPr>
        <p:spPr>
          <a:xfrm>
            <a:off x="10074910" y="525907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2" name="Rectangle 752"/>
          <p:cNvSpPr>
            <a:spLocks noChangeAspect="1"/>
          </p:cNvSpPr>
          <p:nvPr/>
        </p:nvSpPr>
        <p:spPr>
          <a:xfrm>
            <a:off x="9174480" y="547243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3" name="Rectangle 753"/>
          <p:cNvSpPr>
            <a:spLocks noChangeAspect="1"/>
          </p:cNvSpPr>
          <p:nvPr/>
        </p:nvSpPr>
        <p:spPr>
          <a:xfrm>
            <a:off x="9399905" y="547243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4" name="Rectangle 754"/>
          <p:cNvSpPr>
            <a:spLocks noChangeAspect="1"/>
          </p:cNvSpPr>
          <p:nvPr/>
        </p:nvSpPr>
        <p:spPr>
          <a:xfrm>
            <a:off x="9624695" y="547243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5" name="Rectangle 755"/>
          <p:cNvSpPr>
            <a:spLocks noChangeAspect="1"/>
          </p:cNvSpPr>
          <p:nvPr/>
        </p:nvSpPr>
        <p:spPr>
          <a:xfrm>
            <a:off x="9850120" y="547243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6" name="Rectangle 756"/>
          <p:cNvSpPr>
            <a:spLocks noChangeAspect="1"/>
          </p:cNvSpPr>
          <p:nvPr/>
        </p:nvSpPr>
        <p:spPr>
          <a:xfrm>
            <a:off x="10074910" y="547243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7" name="Rectangle 757"/>
          <p:cNvSpPr>
            <a:spLocks noChangeAspect="1"/>
          </p:cNvSpPr>
          <p:nvPr/>
        </p:nvSpPr>
        <p:spPr>
          <a:xfrm>
            <a:off x="10299700" y="547243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8" name="Rectangle 758"/>
          <p:cNvSpPr>
            <a:spLocks noChangeAspect="1"/>
          </p:cNvSpPr>
          <p:nvPr/>
        </p:nvSpPr>
        <p:spPr>
          <a:xfrm>
            <a:off x="9174480" y="568579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9" name="Rectangle 759"/>
          <p:cNvSpPr>
            <a:spLocks noChangeAspect="1"/>
          </p:cNvSpPr>
          <p:nvPr/>
        </p:nvSpPr>
        <p:spPr>
          <a:xfrm>
            <a:off x="9399905" y="568579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50" name="Rectangle 760"/>
          <p:cNvSpPr>
            <a:spLocks noChangeAspect="1"/>
          </p:cNvSpPr>
          <p:nvPr/>
        </p:nvSpPr>
        <p:spPr>
          <a:xfrm>
            <a:off x="9624695" y="568579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51" name="Rectangle 761"/>
          <p:cNvSpPr>
            <a:spLocks noChangeAspect="1"/>
          </p:cNvSpPr>
          <p:nvPr/>
        </p:nvSpPr>
        <p:spPr>
          <a:xfrm>
            <a:off x="9850120" y="568579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52" name="Rectangle 762"/>
          <p:cNvSpPr>
            <a:spLocks noChangeAspect="1"/>
          </p:cNvSpPr>
          <p:nvPr/>
        </p:nvSpPr>
        <p:spPr>
          <a:xfrm>
            <a:off x="10074910" y="568579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53" name="Rectangle 763"/>
          <p:cNvSpPr>
            <a:spLocks noChangeAspect="1"/>
          </p:cNvSpPr>
          <p:nvPr/>
        </p:nvSpPr>
        <p:spPr>
          <a:xfrm>
            <a:off x="10299700" y="568579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54" name="Rectangle 764"/>
          <p:cNvSpPr>
            <a:spLocks noChangeAspect="1"/>
          </p:cNvSpPr>
          <p:nvPr/>
        </p:nvSpPr>
        <p:spPr>
          <a:xfrm>
            <a:off x="9850120" y="589915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55" name="Rectangle 765"/>
          <p:cNvSpPr>
            <a:spLocks noChangeAspect="1"/>
          </p:cNvSpPr>
          <p:nvPr/>
        </p:nvSpPr>
        <p:spPr>
          <a:xfrm>
            <a:off x="10074910" y="589915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56" name="Rectangle 766"/>
          <p:cNvSpPr>
            <a:spLocks noChangeAspect="1"/>
          </p:cNvSpPr>
          <p:nvPr/>
        </p:nvSpPr>
        <p:spPr>
          <a:xfrm>
            <a:off x="9399905" y="589915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57" name="Rectangle 767"/>
          <p:cNvSpPr>
            <a:spLocks noChangeAspect="1"/>
          </p:cNvSpPr>
          <p:nvPr/>
        </p:nvSpPr>
        <p:spPr>
          <a:xfrm>
            <a:off x="10299700" y="589915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58" name="Rectangle 768"/>
          <p:cNvSpPr>
            <a:spLocks noChangeAspect="1"/>
          </p:cNvSpPr>
          <p:nvPr/>
        </p:nvSpPr>
        <p:spPr>
          <a:xfrm>
            <a:off x="10525125" y="568579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59" name="Rectangle 769"/>
          <p:cNvSpPr>
            <a:spLocks noChangeAspect="1"/>
          </p:cNvSpPr>
          <p:nvPr/>
        </p:nvSpPr>
        <p:spPr>
          <a:xfrm>
            <a:off x="10074910" y="6111875"/>
            <a:ext cx="273050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60" name="Rectangle 770"/>
          <p:cNvSpPr>
            <a:spLocks noChangeAspect="1"/>
          </p:cNvSpPr>
          <p:nvPr/>
        </p:nvSpPr>
        <p:spPr>
          <a:xfrm>
            <a:off x="10749915" y="6111875"/>
            <a:ext cx="273050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62" name="Rectangle 772"/>
          <p:cNvSpPr>
            <a:spLocks noChangeAspect="1"/>
          </p:cNvSpPr>
          <p:nvPr/>
        </p:nvSpPr>
        <p:spPr>
          <a:xfrm>
            <a:off x="5576570" y="376618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63" name="Rectangle 773"/>
          <p:cNvSpPr>
            <a:spLocks noChangeAspect="1"/>
          </p:cNvSpPr>
          <p:nvPr/>
        </p:nvSpPr>
        <p:spPr>
          <a:xfrm>
            <a:off x="5801360" y="376618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64" name="Rectangle 774"/>
          <p:cNvSpPr>
            <a:spLocks noChangeAspect="1"/>
          </p:cNvSpPr>
          <p:nvPr/>
        </p:nvSpPr>
        <p:spPr>
          <a:xfrm>
            <a:off x="6026785" y="376618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65" name="Rectangle 775"/>
          <p:cNvSpPr>
            <a:spLocks noChangeAspect="1"/>
          </p:cNvSpPr>
          <p:nvPr/>
        </p:nvSpPr>
        <p:spPr>
          <a:xfrm>
            <a:off x="5351145" y="397954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66" name="Rectangle 776"/>
          <p:cNvSpPr>
            <a:spLocks noChangeAspect="1"/>
          </p:cNvSpPr>
          <p:nvPr/>
        </p:nvSpPr>
        <p:spPr>
          <a:xfrm>
            <a:off x="5576570" y="397954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67" name="Rectangle 777"/>
          <p:cNvSpPr>
            <a:spLocks noChangeAspect="1"/>
          </p:cNvSpPr>
          <p:nvPr/>
        </p:nvSpPr>
        <p:spPr>
          <a:xfrm>
            <a:off x="5801360" y="397954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68" name="Rectangle 778"/>
          <p:cNvSpPr>
            <a:spLocks noChangeAspect="1"/>
          </p:cNvSpPr>
          <p:nvPr/>
        </p:nvSpPr>
        <p:spPr>
          <a:xfrm>
            <a:off x="6026785" y="397954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69" name="Rectangle 779"/>
          <p:cNvSpPr>
            <a:spLocks noChangeAspect="1"/>
          </p:cNvSpPr>
          <p:nvPr/>
        </p:nvSpPr>
        <p:spPr>
          <a:xfrm>
            <a:off x="6251575" y="397954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70" name="Rectangle 780"/>
          <p:cNvSpPr>
            <a:spLocks noChangeAspect="1"/>
          </p:cNvSpPr>
          <p:nvPr/>
        </p:nvSpPr>
        <p:spPr>
          <a:xfrm>
            <a:off x="6476365" y="397954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71" name="Rectangle 781"/>
          <p:cNvSpPr>
            <a:spLocks noChangeAspect="1"/>
          </p:cNvSpPr>
          <p:nvPr/>
        </p:nvSpPr>
        <p:spPr>
          <a:xfrm>
            <a:off x="6701790" y="397954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72" name="Rectangle 782"/>
          <p:cNvSpPr>
            <a:spLocks noChangeAspect="1"/>
          </p:cNvSpPr>
          <p:nvPr/>
        </p:nvSpPr>
        <p:spPr>
          <a:xfrm>
            <a:off x="5351145" y="419290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73" name="Rectangle 783"/>
          <p:cNvSpPr>
            <a:spLocks noChangeAspect="1"/>
          </p:cNvSpPr>
          <p:nvPr/>
        </p:nvSpPr>
        <p:spPr>
          <a:xfrm>
            <a:off x="5576570" y="419290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74" name="Rectangle 784"/>
          <p:cNvSpPr>
            <a:spLocks noChangeAspect="1"/>
          </p:cNvSpPr>
          <p:nvPr/>
        </p:nvSpPr>
        <p:spPr>
          <a:xfrm>
            <a:off x="5801360" y="419290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75" name="Rectangle 785"/>
          <p:cNvSpPr>
            <a:spLocks noChangeAspect="1"/>
          </p:cNvSpPr>
          <p:nvPr/>
        </p:nvSpPr>
        <p:spPr>
          <a:xfrm>
            <a:off x="6026785" y="419290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76" name="Rectangle 786"/>
          <p:cNvSpPr>
            <a:spLocks noChangeAspect="1"/>
          </p:cNvSpPr>
          <p:nvPr/>
        </p:nvSpPr>
        <p:spPr>
          <a:xfrm>
            <a:off x="6251575" y="419290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77" name="Rectangle 787"/>
          <p:cNvSpPr>
            <a:spLocks noChangeAspect="1"/>
          </p:cNvSpPr>
          <p:nvPr/>
        </p:nvSpPr>
        <p:spPr>
          <a:xfrm>
            <a:off x="6476365" y="419290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78" name="Rectangle 788"/>
          <p:cNvSpPr>
            <a:spLocks noChangeAspect="1"/>
          </p:cNvSpPr>
          <p:nvPr/>
        </p:nvSpPr>
        <p:spPr>
          <a:xfrm>
            <a:off x="6701790" y="419290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79" name="Rectangle 789"/>
          <p:cNvSpPr>
            <a:spLocks noChangeAspect="1"/>
          </p:cNvSpPr>
          <p:nvPr/>
        </p:nvSpPr>
        <p:spPr>
          <a:xfrm>
            <a:off x="5351145" y="440626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80" name="Rectangle 790"/>
          <p:cNvSpPr>
            <a:spLocks noChangeAspect="1"/>
          </p:cNvSpPr>
          <p:nvPr/>
        </p:nvSpPr>
        <p:spPr>
          <a:xfrm>
            <a:off x="5576570" y="440626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81" name="Rectangle 791"/>
          <p:cNvSpPr>
            <a:spLocks noChangeAspect="1"/>
          </p:cNvSpPr>
          <p:nvPr/>
        </p:nvSpPr>
        <p:spPr>
          <a:xfrm>
            <a:off x="5801360" y="440626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82" name="Rectangle 792"/>
          <p:cNvSpPr>
            <a:spLocks noChangeAspect="1"/>
          </p:cNvSpPr>
          <p:nvPr/>
        </p:nvSpPr>
        <p:spPr>
          <a:xfrm>
            <a:off x="6026785" y="440626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83" name="Rectangle 793"/>
          <p:cNvSpPr>
            <a:spLocks noChangeAspect="1"/>
          </p:cNvSpPr>
          <p:nvPr/>
        </p:nvSpPr>
        <p:spPr>
          <a:xfrm>
            <a:off x="6251575" y="440626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84" name="Rectangle 794"/>
          <p:cNvSpPr>
            <a:spLocks noChangeAspect="1"/>
          </p:cNvSpPr>
          <p:nvPr/>
        </p:nvSpPr>
        <p:spPr>
          <a:xfrm>
            <a:off x="6476365" y="440626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85" name="Rectangle 795"/>
          <p:cNvSpPr>
            <a:spLocks noChangeAspect="1"/>
          </p:cNvSpPr>
          <p:nvPr/>
        </p:nvSpPr>
        <p:spPr>
          <a:xfrm>
            <a:off x="6701790" y="440626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86" name="Rectangle 796"/>
          <p:cNvSpPr>
            <a:spLocks noChangeAspect="1"/>
          </p:cNvSpPr>
          <p:nvPr/>
        </p:nvSpPr>
        <p:spPr>
          <a:xfrm>
            <a:off x="6926580" y="440626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87" name="Rectangle 797"/>
          <p:cNvSpPr>
            <a:spLocks noChangeAspect="1"/>
          </p:cNvSpPr>
          <p:nvPr/>
        </p:nvSpPr>
        <p:spPr>
          <a:xfrm>
            <a:off x="7152005" y="440626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88" name="Rectangle 798"/>
          <p:cNvSpPr>
            <a:spLocks noChangeAspect="1"/>
          </p:cNvSpPr>
          <p:nvPr/>
        </p:nvSpPr>
        <p:spPr>
          <a:xfrm>
            <a:off x="5576570" y="461962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89" name="Rectangle 799"/>
          <p:cNvSpPr>
            <a:spLocks noChangeAspect="1"/>
          </p:cNvSpPr>
          <p:nvPr/>
        </p:nvSpPr>
        <p:spPr>
          <a:xfrm>
            <a:off x="5801360" y="461962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90" name="Rectangle 800"/>
          <p:cNvSpPr>
            <a:spLocks noChangeAspect="1"/>
          </p:cNvSpPr>
          <p:nvPr/>
        </p:nvSpPr>
        <p:spPr>
          <a:xfrm>
            <a:off x="6026785" y="461962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91" name="Rectangle 801"/>
          <p:cNvSpPr>
            <a:spLocks noChangeAspect="1"/>
          </p:cNvSpPr>
          <p:nvPr/>
        </p:nvSpPr>
        <p:spPr>
          <a:xfrm>
            <a:off x="6251575" y="461962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92" name="Rectangle 802"/>
          <p:cNvSpPr>
            <a:spLocks noChangeAspect="1"/>
          </p:cNvSpPr>
          <p:nvPr/>
        </p:nvSpPr>
        <p:spPr>
          <a:xfrm>
            <a:off x="6476365" y="461962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93" name="Rectangle 803"/>
          <p:cNvSpPr>
            <a:spLocks noChangeAspect="1"/>
          </p:cNvSpPr>
          <p:nvPr/>
        </p:nvSpPr>
        <p:spPr>
          <a:xfrm>
            <a:off x="6701790" y="461962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94" name="Rectangle 804"/>
          <p:cNvSpPr>
            <a:spLocks noChangeAspect="1"/>
          </p:cNvSpPr>
          <p:nvPr/>
        </p:nvSpPr>
        <p:spPr>
          <a:xfrm>
            <a:off x="6926580" y="461962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95" name="Rectangle 805"/>
          <p:cNvSpPr>
            <a:spLocks noChangeAspect="1"/>
          </p:cNvSpPr>
          <p:nvPr/>
        </p:nvSpPr>
        <p:spPr>
          <a:xfrm>
            <a:off x="6026785" y="483235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96" name="Rectangle 806"/>
          <p:cNvSpPr>
            <a:spLocks noChangeAspect="1"/>
          </p:cNvSpPr>
          <p:nvPr/>
        </p:nvSpPr>
        <p:spPr>
          <a:xfrm>
            <a:off x="6251575" y="483235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97" name="Rectangle 807"/>
          <p:cNvSpPr>
            <a:spLocks noChangeAspect="1"/>
          </p:cNvSpPr>
          <p:nvPr/>
        </p:nvSpPr>
        <p:spPr>
          <a:xfrm>
            <a:off x="6476365" y="483235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98" name="Rectangle 808"/>
          <p:cNvSpPr>
            <a:spLocks noChangeAspect="1"/>
          </p:cNvSpPr>
          <p:nvPr/>
        </p:nvSpPr>
        <p:spPr>
          <a:xfrm>
            <a:off x="6701790" y="483235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99" name="Rectangle 809"/>
          <p:cNvSpPr>
            <a:spLocks noChangeAspect="1"/>
          </p:cNvSpPr>
          <p:nvPr/>
        </p:nvSpPr>
        <p:spPr>
          <a:xfrm>
            <a:off x="6926580" y="483235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00" name="Rectangle 810"/>
          <p:cNvSpPr>
            <a:spLocks noChangeAspect="1"/>
          </p:cNvSpPr>
          <p:nvPr/>
        </p:nvSpPr>
        <p:spPr>
          <a:xfrm>
            <a:off x="6251575" y="504571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01" name="Rectangle 811"/>
          <p:cNvSpPr>
            <a:spLocks noChangeAspect="1"/>
          </p:cNvSpPr>
          <p:nvPr/>
        </p:nvSpPr>
        <p:spPr>
          <a:xfrm>
            <a:off x="6476365" y="504571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02" name="Rectangle 812"/>
          <p:cNvSpPr>
            <a:spLocks noChangeAspect="1"/>
          </p:cNvSpPr>
          <p:nvPr/>
        </p:nvSpPr>
        <p:spPr>
          <a:xfrm>
            <a:off x="6701790" y="504571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03" name="Rectangle 813"/>
          <p:cNvSpPr>
            <a:spLocks noChangeAspect="1"/>
          </p:cNvSpPr>
          <p:nvPr/>
        </p:nvSpPr>
        <p:spPr>
          <a:xfrm>
            <a:off x="6926580" y="504571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04" name="Rectangle 814"/>
          <p:cNvSpPr>
            <a:spLocks noChangeAspect="1"/>
          </p:cNvSpPr>
          <p:nvPr/>
        </p:nvSpPr>
        <p:spPr>
          <a:xfrm>
            <a:off x="6251575" y="525907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05" name="Rectangle 815"/>
          <p:cNvSpPr>
            <a:spLocks noChangeAspect="1"/>
          </p:cNvSpPr>
          <p:nvPr/>
        </p:nvSpPr>
        <p:spPr>
          <a:xfrm>
            <a:off x="6476365" y="525907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06" name="Rectangle 816"/>
          <p:cNvSpPr>
            <a:spLocks noChangeAspect="1"/>
          </p:cNvSpPr>
          <p:nvPr/>
        </p:nvSpPr>
        <p:spPr>
          <a:xfrm>
            <a:off x="6701790" y="525907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07" name="Rectangle 817"/>
          <p:cNvSpPr>
            <a:spLocks noChangeAspect="1"/>
          </p:cNvSpPr>
          <p:nvPr/>
        </p:nvSpPr>
        <p:spPr>
          <a:xfrm>
            <a:off x="6251575" y="547243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08" name="Rectangle 818"/>
          <p:cNvSpPr>
            <a:spLocks noChangeAspect="1"/>
          </p:cNvSpPr>
          <p:nvPr/>
        </p:nvSpPr>
        <p:spPr>
          <a:xfrm>
            <a:off x="6476365" y="547243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09" name="Rectangle 819"/>
          <p:cNvSpPr>
            <a:spLocks noChangeAspect="1"/>
          </p:cNvSpPr>
          <p:nvPr/>
        </p:nvSpPr>
        <p:spPr>
          <a:xfrm>
            <a:off x="6701790" y="547243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10" name="Rectangle 820"/>
          <p:cNvSpPr>
            <a:spLocks noChangeAspect="1"/>
          </p:cNvSpPr>
          <p:nvPr/>
        </p:nvSpPr>
        <p:spPr>
          <a:xfrm>
            <a:off x="6476365" y="568579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11" name="Rectangle 821"/>
          <p:cNvSpPr>
            <a:spLocks noChangeAspect="1"/>
          </p:cNvSpPr>
          <p:nvPr/>
        </p:nvSpPr>
        <p:spPr>
          <a:xfrm>
            <a:off x="7376795" y="525907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12" name="Rectangle 822"/>
          <p:cNvSpPr>
            <a:spLocks noChangeAspect="1"/>
          </p:cNvSpPr>
          <p:nvPr/>
        </p:nvSpPr>
        <p:spPr>
          <a:xfrm>
            <a:off x="7152005" y="547243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14" name="Rectangle 824"/>
          <p:cNvSpPr>
            <a:spLocks noChangeAspect="1"/>
          </p:cNvSpPr>
          <p:nvPr/>
        </p:nvSpPr>
        <p:spPr>
          <a:xfrm>
            <a:off x="1078230" y="227584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15" name="Rectangle 825"/>
          <p:cNvSpPr>
            <a:spLocks noChangeAspect="1"/>
          </p:cNvSpPr>
          <p:nvPr/>
        </p:nvSpPr>
        <p:spPr>
          <a:xfrm>
            <a:off x="1303020" y="227584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16" name="Rectangle 826"/>
          <p:cNvSpPr>
            <a:spLocks noChangeAspect="1"/>
          </p:cNvSpPr>
          <p:nvPr/>
        </p:nvSpPr>
        <p:spPr>
          <a:xfrm>
            <a:off x="1527810" y="227584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17" name="Rectangle 827"/>
          <p:cNvSpPr>
            <a:spLocks noChangeAspect="1"/>
          </p:cNvSpPr>
          <p:nvPr/>
        </p:nvSpPr>
        <p:spPr>
          <a:xfrm>
            <a:off x="1753235" y="227584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18" name="Rectangle 828"/>
          <p:cNvSpPr>
            <a:spLocks noChangeAspect="1"/>
          </p:cNvSpPr>
          <p:nvPr/>
        </p:nvSpPr>
        <p:spPr>
          <a:xfrm>
            <a:off x="1978025" y="227584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19" name="Rectangle 829"/>
          <p:cNvSpPr>
            <a:spLocks noChangeAspect="1"/>
          </p:cNvSpPr>
          <p:nvPr/>
        </p:nvSpPr>
        <p:spPr>
          <a:xfrm>
            <a:off x="2203450" y="227584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20" name="Rectangle 830"/>
          <p:cNvSpPr>
            <a:spLocks noChangeAspect="1"/>
          </p:cNvSpPr>
          <p:nvPr/>
        </p:nvSpPr>
        <p:spPr>
          <a:xfrm>
            <a:off x="2428240" y="227584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21" name="Rectangle 831"/>
          <p:cNvSpPr>
            <a:spLocks noChangeAspect="1"/>
          </p:cNvSpPr>
          <p:nvPr/>
        </p:nvSpPr>
        <p:spPr>
          <a:xfrm>
            <a:off x="2653030" y="227584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22" name="Rectangle 832"/>
          <p:cNvSpPr>
            <a:spLocks noChangeAspect="1"/>
          </p:cNvSpPr>
          <p:nvPr/>
        </p:nvSpPr>
        <p:spPr>
          <a:xfrm>
            <a:off x="2878455" y="227584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23" name="Rectangle 833"/>
          <p:cNvSpPr>
            <a:spLocks noChangeAspect="1"/>
          </p:cNvSpPr>
          <p:nvPr/>
        </p:nvSpPr>
        <p:spPr>
          <a:xfrm>
            <a:off x="3103245" y="227584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24" name="Rectangle 834"/>
          <p:cNvSpPr>
            <a:spLocks noChangeAspect="1"/>
          </p:cNvSpPr>
          <p:nvPr/>
        </p:nvSpPr>
        <p:spPr>
          <a:xfrm>
            <a:off x="3553460" y="227584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25" name="Rectangle 835"/>
          <p:cNvSpPr>
            <a:spLocks noChangeAspect="1"/>
          </p:cNvSpPr>
          <p:nvPr/>
        </p:nvSpPr>
        <p:spPr>
          <a:xfrm>
            <a:off x="3778250" y="227584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26" name="Rectangle 836"/>
          <p:cNvSpPr>
            <a:spLocks noChangeAspect="1"/>
          </p:cNvSpPr>
          <p:nvPr/>
        </p:nvSpPr>
        <p:spPr>
          <a:xfrm>
            <a:off x="4453890" y="227584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27" name="Rectangle 837"/>
          <p:cNvSpPr>
            <a:spLocks noChangeAspect="1"/>
          </p:cNvSpPr>
          <p:nvPr/>
        </p:nvSpPr>
        <p:spPr>
          <a:xfrm>
            <a:off x="4678680" y="22758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28" name="Rectangle 838"/>
          <p:cNvSpPr>
            <a:spLocks noChangeAspect="1"/>
          </p:cNvSpPr>
          <p:nvPr/>
        </p:nvSpPr>
        <p:spPr>
          <a:xfrm>
            <a:off x="1078230" y="24872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29" name="Rectangle 839"/>
          <p:cNvSpPr>
            <a:spLocks noChangeAspect="1"/>
          </p:cNvSpPr>
          <p:nvPr/>
        </p:nvSpPr>
        <p:spPr>
          <a:xfrm>
            <a:off x="1303020" y="24872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30" name="Rectangle 840"/>
          <p:cNvSpPr>
            <a:spLocks noChangeAspect="1"/>
          </p:cNvSpPr>
          <p:nvPr/>
        </p:nvSpPr>
        <p:spPr>
          <a:xfrm>
            <a:off x="1527810" y="24872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31" name="Rectangle 841"/>
          <p:cNvSpPr>
            <a:spLocks noChangeAspect="1"/>
          </p:cNvSpPr>
          <p:nvPr/>
        </p:nvSpPr>
        <p:spPr>
          <a:xfrm>
            <a:off x="1753235" y="24872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32" name="Rectangle 842"/>
          <p:cNvSpPr>
            <a:spLocks noChangeAspect="1"/>
          </p:cNvSpPr>
          <p:nvPr/>
        </p:nvSpPr>
        <p:spPr>
          <a:xfrm>
            <a:off x="1978025" y="24872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33" name="Rectangle 843"/>
          <p:cNvSpPr>
            <a:spLocks noChangeAspect="1"/>
          </p:cNvSpPr>
          <p:nvPr/>
        </p:nvSpPr>
        <p:spPr>
          <a:xfrm>
            <a:off x="2203450" y="24872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34" name="Rectangle 844"/>
          <p:cNvSpPr>
            <a:spLocks noChangeAspect="1"/>
          </p:cNvSpPr>
          <p:nvPr/>
        </p:nvSpPr>
        <p:spPr>
          <a:xfrm>
            <a:off x="2428240" y="24872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35" name="Rectangle 845"/>
          <p:cNvSpPr>
            <a:spLocks noChangeAspect="1"/>
          </p:cNvSpPr>
          <p:nvPr/>
        </p:nvSpPr>
        <p:spPr>
          <a:xfrm>
            <a:off x="2653030" y="24872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36" name="Rectangle 846"/>
          <p:cNvSpPr>
            <a:spLocks noChangeAspect="1"/>
          </p:cNvSpPr>
          <p:nvPr/>
        </p:nvSpPr>
        <p:spPr>
          <a:xfrm>
            <a:off x="2878455" y="24872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37" name="Rectangle 847"/>
          <p:cNvSpPr>
            <a:spLocks noChangeAspect="1"/>
          </p:cNvSpPr>
          <p:nvPr/>
        </p:nvSpPr>
        <p:spPr>
          <a:xfrm>
            <a:off x="3103245" y="24872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38" name="Rectangle 848"/>
          <p:cNvSpPr>
            <a:spLocks noChangeAspect="1"/>
          </p:cNvSpPr>
          <p:nvPr/>
        </p:nvSpPr>
        <p:spPr>
          <a:xfrm>
            <a:off x="4453890" y="24872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39" name="Rectangle 849"/>
          <p:cNvSpPr>
            <a:spLocks noChangeAspect="1"/>
          </p:cNvSpPr>
          <p:nvPr/>
        </p:nvSpPr>
        <p:spPr>
          <a:xfrm>
            <a:off x="1753235" y="270002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40" name="Rectangle 850"/>
          <p:cNvSpPr>
            <a:spLocks noChangeAspect="1"/>
          </p:cNvSpPr>
          <p:nvPr/>
        </p:nvSpPr>
        <p:spPr>
          <a:xfrm>
            <a:off x="1978025" y="270002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41" name="Rectangle 851"/>
          <p:cNvSpPr>
            <a:spLocks noChangeAspect="1"/>
          </p:cNvSpPr>
          <p:nvPr/>
        </p:nvSpPr>
        <p:spPr>
          <a:xfrm>
            <a:off x="2203450" y="270002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42" name="Rectangle 852"/>
          <p:cNvSpPr>
            <a:spLocks noChangeAspect="1"/>
          </p:cNvSpPr>
          <p:nvPr/>
        </p:nvSpPr>
        <p:spPr>
          <a:xfrm>
            <a:off x="2428240" y="270002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43" name="Rectangle 853"/>
          <p:cNvSpPr>
            <a:spLocks noChangeAspect="1"/>
          </p:cNvSpPr>
          <p:nvPr/>
        </p:nvSpPr>
        <p:spPr>
          <a:xfrm>
            <a:off x="2653030" y="270002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44" name="Rectangle 854"/>
          <p:cNvSpPr>
            <a:spLocks noChangeAspect="1"/>
          </p:cNvSpPr>
          <p:nvPr/>
        </p:nvSpPr>
        <p:spPr>
          <a:xfrm>
            <a:off x="2878455" y="270002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45" name="Rectangle 855"/>
          <p:cNvSpPr>
            <a:spLocks noChangeAspect="1"/>
          </p:cNvSpPr>
          <p:nvPr/>
        </p:nvSpPr>
        <p:spPr>
          <a:xfrm>
            <a:off x="3553460" y="270002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46" name="Rectangle 856"/>
          <p:cNvSpPr>
            <a:spLocks noChangeAspect="1"/>
          </p:cNvSpPr>
          <p:nvPr/>
        </p:nvSpPr>
        <p:spPr>
          <a:xfrm>
            <a:off x="3778250" y="270002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47" name="Rectangle 857"/>
          <p:cNvSpPr>
            <a:spLocks noChangeAspect="1"/>
          </p:cNvSpPr>
          <p:nvPr/>
        </p:nvSpPr>
        <p:spPr>
          <a:xfrm>
            <a:off x="852805" y="270002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48" name="Rectangle 858"/>
          <p:cNvSpPr>
            <a:spLocks noChangeAspect="1"/>
          </p:cNvSpPr>
          <p:nvPr/>
        </p:nvSpPr>
        <p:spPr>
          <a:xfrm>
            <a:off x="1753235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49" name="Rectangle 859"/>
          <p:cNvSpPr>
            <a:spLocks noChangeAspect="1"/>
          </p:cNvSpPr>
          <p:nvPr/>
        </p:nvSpPr>
        <p:spPr>
          <a:xfrm>
            <a:off x="1978025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50" name="Rectangle 860"/>
          <p:cNvSpPr>
            <a:spLocks noChangeAspect="1"/>
          </p:cNvSpPr>
          <p:nvPr/>
        </p:nvSpPr>
        <p:spPr>
          <a:xfrm>
            <a:off x="2203450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51" name="Rectangle 861"/>
          <p:cNvSpPr>
            <a:spLocks noChangeAspect="1"/>
          </p:cNvSpPr>
          <p:nvPr/>
        </p:nvSpPr>
        <p:spPr>
          <a:xfrm>
            <a:off x="2428240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52" name="Rectangle 862"/>
          <p:cNvSpPr>
            <a:spLocks noChangeAspect="1"/>
          </p:cNvSpPr>
          <p:nvPr/>
        </p:nvSpPr>
        <p:spPr>
          <a:xfrm>
            <a:off x="2653030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53" name="Rectangle 863"/>
          <p:cNvSpPr>
            <a:spLocks noChangeAspect="1"/>
          </p:cNvSpPr>
          <p:nvPr/>
        </p:nvSpPr>
        <p:spPr>
          <a:xfrm>
            <a:off x="2878455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54" name="Rectangle 864"/>
          <p:cNvSpPr>
            <a:spLocks noChangeAspect="1"/>
          </p:cNvSpPr>
          <p:nvPr/>
        </p:nvSpPr>
        <p:spPr>
          <a:xfrm>
            <a:off x="3103245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55" name="Rectangle 865"/>
          <p:cNvSpPr>
            <a:spLocks noChangeAspect="1"/>
          </p:cNvSpPr>
          <p:nvPr/>
        </p:nvSpPr>
        <p:spPr>
          <a:xfrm>
            <a:off x="3553460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56" name="Rectangle 866"/>
          <p:cNvSpPr>
            <a:spLocks noChangeAspect="1"/>
          </p:cNvSpPr>
          <p:nvPr/>
        </p:nvSpPr>
        <p:spPr>
          <a:xfrm>
            <a:off x="3778250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57" name="Rectangle 867"/>
          <p:cNvSpPr>
            <a:spLocks noChangeAspect="1"/>
          </p:cNvSpPr>
          <p:nvPr/>
        </p:nvSpPr>
        <p:spPr>
          <a:xfrm>
            <a:off x="4003675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58" name="Rectangle 868"/>
          <p:cNvSpPr>
            <a:spLocks noChangeAspect="1"/>
          </p:cNvSpPr>
          <p:nvPr/>
        </p:nvSpPr>
        <p:spPr>
          <a:xfrm>
            <a:off x="1978025" y="31267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59" name="Rectangle 869"/>
          <p:cNvSpPr>
            <a:spLocks noChangeAspect="1"/>
          </p:cNvSpPr>
          <p:nvPr/>
        </p:nvSpPr>
        <p:spPr>
          <a:xfrm>
            <a:off x="2203450" y="31267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60" name="Rectangle 870"/>
          <p:cNvSpPr>
            <a:spLocks noChangeAspect="1"/>
          </p:cNvSpPr>
          <p:nvPr/>
        </p:nvSpPr>
        <p:spPr>
          <a:xfrm>
            <a:off x="2428240" y="31267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61" name="Rectangle 871"/>
          <p:cNvSpPr>
            <a:spLocks noChangeAspect="1"/>
          </p:cNvSpPr>
          <p:nvPr/>
        </p:nvSpPr>
        <p:spPr>
          <a:xfrm>
            <a:off x="2653030" y="31267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62" name="Rectangle 872"/>
          <p:cNvSpPr>
            <a:spLocks noChangeAspect="1"/>
          </p:cNvSpPr>
          <p:nvPr/>
        </p:nvSpPr>
        <p:spPr>
          <a:xfrm>
            <a:off x="2878455" y="31267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63" name="Rectangle 873"/>
          <p:cNvSpPr>
            <a:spLocks noChangeAspect="1"/>
          </p:cNvSpPr>
          <p:nvPr/>
        </p:nvSpPr>
        <p:spPr>
          <a:xfrm>
            <a:off x="3103245" y="31267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64" name="Rectangle 874"/>
          <p:cNvSpPr>
            <a:spLocks noChangeAspect="1"/>
          </p:cNvSpPr>
          <p:nvPr/>
        </p:nvSpPr>
        <p:spPr>
          <a:xfrm>
            <a:off x="3328670" y="31267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65" name="Rectangle 875"/>
          <p:cNvSpPr>
            <a:spLocks noChangeAspect="1"/>
          </p:cNvSpPr>
          <p:nvPr/>
        </p:nvSpPr>
        <p:spPr>
          <a:xfrm>
            <a:off x="3553460" y="31267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66" name="Rectangle 876"/>
          <p:cNvSpPr>
            <a:spLocks noChangeAspect="1"/>
          </p:cNvSpPr>
          <p:nvPr/>
        </p:nvSpPr>
        <p:spPr>
          <a:xfrm>
            <a:off x="3778250" y="31267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67" name="Rectangle 877"/>
          <p:cNvSpPr>
            <a:spLocks noChangeAspect="1"/>
          </p:cNvSpPr>
          <p:nvPr/>
        </p:nvSpPr>
        <p:spPr>
          <a:xfrm>
            <a:off x="1978025" y="334010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68" name="Rectangle 878"/>
          <p:cNvSpPr>
            <a:spLocks noChangeAspect="1"/>
          </p:cNvSpPr>
          <p:nvPr/>
        </p:nvSpPr>
        <p:spPr>
          <a:xfrm>
            <a:off x="2203450" y="334010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69" name="Rectangle 879"/>
          <p:cNvSpPr>
            <a:spLocks noChangeAspect="1"/>
          </p:cNvSpPr>
          <p:nvPr/>
        </p:nvSpPr>
        <p:spPr>
          <a:xfrm>
            <a:off x="2428240" y="334010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70" name="Rectangle 880"/>
          <p:cNvSpPr>
            <a:spLocks noChangeAspect="1"/>
          </p:cNvSpPr>
          <p:nvPr/>
        </p:nvSpPr>
        <p:spPr>
          <a:xfrm>
            <a:off x="2653030" y="334010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71" name="Rectangle 881"/>
          <p:cNvSpPr>
            <a:spLocks noChangeAspect="1"/>
          </p:cNvSpPr>
          <p:nvPr/>
        </p:nvSpPr>
        <p:spPr>
          <a:xfrm>
            <a:off x="2878455" y="334010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72" name="Rectangle 882"/>
          <p:cNvSpPr>
            <a:spLocks noChangeAspect="1"/>
          </p:cNvSpPr>
          <p:nvPr/>
        </p:nvSpPr>
        <p:spPr>
          <a:xfrm>
            <a:off x="3103245" y="334010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73" name="Rectangle 883"/>
          <p:cNvSpPr>
            <a:spLocks noChangeAspect="1"/>
          </p:cNvSpPr>
          <p:nvPr/>
        </p:nvSpPr>
        <p:spPr>
          <a:xfrm>
            <a:off x="3328670" y="334010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74" name="Rectangle 884"/>
          <p:cNvSpPr>
            <a:spLocks noChangeAspect="1"/>
          </p:cNvSpPr>
          <p:nvPr/>
        </p:nvSpPr>
        <p:spPr>
          <a:xfrm>
            <a:off x="3553460" y="334010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75" name="Rectangle 885"/>
          <p:cNvSpPr>
            <a:spLocks noChangeAspect="1"/>
          </p:cNvSpPr>
          <p:nvPr/>
        </p:nvSpPr>
        <p:spPr>
          <a:xfrm>
            <a:off x="2203450" y="355346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76" name="Rectangle 886"/>
          <p:cNvSpPr>
            <a:spLocks noChangeAspect="1"/>
          </p:cNvSpPr>
          <p:nvPr/>
        </p:nvSpPr>
        <p:spPr>
          <a:xfrm>
            <a:off x="2428240" y="355346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77" name="Rectangle 887"/>
          <p:cNvSpPr>
            <a:spLocks noChangeAspect="1"/>
          </p:cNvSpPr>
          <p:nvPr/>
        </p:nvSpPr>
        <p:spPr>
          <a:xfrm>
            <a:off x="2653030" y="355346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78" name="Rectangle 888"/>
          <p:cNvSpPr>
            <a:spLocks noChangeAspect="1"/>
          </p:cNvSpPr>
          <p:nvPr/>
        </p:nvSpPr>
        <p:spPr>
          <a:xfrm>
            <a:off x="2878455" y="355346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79" name="Rectangle 889"/>
          <p:cNvSpPr>
            <a:spLocks noChangeAspect="1"/>
          </p:cNvSpPr>
          <p:nvPr/>
        </p:nvSpPr>
        <p:spPr>
          <a:xfrm>
            <a:off x="3103245" y="355346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80" name="Rectangle 890"/>
          <p:cNvSpPr>
            <a:spLocks noChangeAspect="1"/>
          </p:cNvSpPr>
          <p:nvPr/>
        </p:nvSpPr>
        <p:spPr>
          <a:xfrm>
            <a:off x="3328670" y="355346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81" name="Rectangle 891"/>
          <p:cNvSpPr>
            <a:spLocks noChangeAspect="1"/>
          </p:cNvSpPr>
          <p:nvPr/>
        </p:nvSpPr>
        <p:spPr>
          <a:xfrm>
            <a:off x="2428240" y="376618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82" name="Rectangle 892"/>
          <p:cNvSpPr>
            <a:spLocks noChangeAspect="1"/>
          </p:cNvSpPr>
          <p:nvPr/>
        </p:nvSpPr>
        <p:spPr>
          <a:xfrm>
            <a:off x="2653030" y="376618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83" name="Rectangle 893"/>
          <p:cNvSpPr>
            <a:spLocks noChangeAspect="1"/>
          </p:cNvSpPr>
          <p:nvPr/>
        </p:nvSpPr>
        <p:spPr>
          <a:xfrm>
            <a:off x="3328670" y="376618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84" name="Rectangle 894"/>
          <p:cNvSpPr>
            <a:spLocks noChangeAspect="1"/>
          </p:cNvSpPr>
          <p:nvPr/>
        </p:nvSpPr>
        <p:spPr>
          <a:xfrm>
            <a:off x="2653030" y="397954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85" name="Rectangle 895"/>
          <p:cNvSpPr>
            <a:spLocks noChangeAspect="1"/>
          </p:cNvSpPr>
          <p:nvPr/>
        </p:nvSpPr>
        <p:spPr>
          <a:xfrm>
            <a:off x="2878455" y="397954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86" name="Rectangle 896"/>
          <p:cNvSpPr>
            <a:spLocks noChangeAspect="1"/>
          </p:cNvSpPr>
          <p:nvPr/>
        </p:nvSpPr>
        <p:spPr>
          <a:xfrm>
            <a:off x="2878455" y="419290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87" name="Rectangle 897"/>
          <p:cNvSpPr>
            <a:spLocks noChangeAspect="1"/>
          </p:cNvSpPr>
          <p:nvPr/>
        </p:nvSpPr>
        <p:spPr>
          <a:xfrm>
            <a:off x="3103245" y="419290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88" name="Rectangle 898"/>
          <p:cNvSpPr>
            <a:spLocks noChangeAspect="1"/>
          </p:cNvSpPr>
          <p:nvPr/>
        </p:nvSpPr>
        <p:spPr>
          <a:xfrm>
            <a:off x="2203450" y="206248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89" name="Rectangle 899"/>
          <p:cNvSpPr>
            <a:spLocks noChangeAspect="1"/>
          </p:cNvSpPr>
          <p:nvPr/>
        </p:nvSpPr>
        <p:spPr>
          <a:xfrm>
            <a:off x="2428240" y="206248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90" name="Rectangle 900"/>
          <p:cNvSpPr>
            <a:spLocks noChangeAspect="1"/>
          </p:cNvSpPr>
          <p:nvPr/>
        </p:nvSpPr>
        <p:spPr>
          <a:xfrm>
            <a:off x="2653030" y="206248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91" name="Rectangle 901"/>
          <p:cNvSpPr>
            <a:spLocks noChangeAspect="1"/>
          </p:cNvSpPr>
          <p:nvPr/>
        </p:nvSpPr>
        <p:spPr>
          <a:xfrm>
            <a:off x="3328670" y="206248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92" name="Rectangle 902"/>
          <p:cNvSpPr>
            <a:spLocks noChangeAspect="1"/>
          </p:cNvSpPr>
          <p:nvPr/>
        </p:nvSpPr>
        <p:spPr>
          <a:xfrm>
            <a:off x="3553460" y="206248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93" name="Rectangle 903"/>
          <p:cNvSpPr>
            <a:spLocks noChangeAspect="1"/>
          </p:cNvSpPr>
          <p:nvPr/>
        </p:nvSpPr>
        <p:spPr>
          <a:xfrm>
            <a:off x="4228465" y="206248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94" name="Rectangle 904"/>
          <p:cNvSpPr>
            <a:spLocks noChangeAspect="1"/>
          </p:cNvSpPr>
          <p:nvPr/>
        </p:nvSpPr>
        <p:spPr>
          <a:xfrm>
            <a:off x="4453890" y="206248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95" name="Rectangle 905"/>
          <p:cNvSpPr>
            <a:spLocks noChangeAspect="1"/>
          </p:cNvSpPr>
          <p:nvPr/>
        </p:nvSpPr>
        <p:spPr>
          <a:xfrm>
            <a:off x="4678680" y="20624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96" name="Rectangle 906"/>
          <p:cNvSpPr>
            <a:spLocks noChangeAspect="1"/>
          </p:cNvSpPr>
          <p:nvPr/>
        </p:nvSpPr>
        <p:spPr>
          <a:xfrm>
            <a:off x="3103245" y="184975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97" name="Rectangle 907"/>
          <p:cNvSpPr>
            <a:spLocks noChangeAspect="1"/>
          </p:cNvSpPr>
          <p:nvPr/>
        </p:nvSpPr>
        <p:spPr>
          <a:xfrm>
            <a:off x="3778250" y="184975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98" name="Rectangle 908"/>
          <p:cNvSpPr>
            <a:spLocks noChangeAspect="1"/>
          </p:cNvSpPr>
          <p:nvPr/>
        </p:nvSpPr>
        <p:spPr>
          <a:xfrm>
            <a:off x="4003675" y="184975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99" name="Rectangle 909"/>
          <p:cNvSpPr>
            <a:spLocks noChangeAspect="1"/>
          </p:cNvSpPr>
          <p:nvPr/>
        </p:nvSpPr>
        <p:spPr>
          <a:xfrm>
            <a:off x="4228465" y="184975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00" name="Rectangle 910"/>
          <p:cNvSpPr>
            <a:spLocks noChangeAspect="1"/>
          </p:cNvSpPr>
          <p:nvPr/>
        </p:nvSpPr>
        <p:spPr>
          <a:xfrm>
            <a:off x="4453890" y="184975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01" name="Rectangle 911"/>
          <p:cNvSpPr>
            <a:spLocks noChangeAspect="1"/>
          </p:cNvSpPr>
          <p:nvPr/>
        </p:nvSpPr>
        <p:spPr>
          <a:xfrm>
            <a:off x="4678680" y="1849755"/>
            <a:ext cx="26733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02" name="Rectangle 912"/>
          <p:cNvSpPr>
            <a:spLocks noChangeAspect="1"/>
          </p:cNvSpPr>
          <p:nvPr/>
        </p:nvSpPr>
        <p:spPr>
          <a:xfrm>
            <a:off x="4901565" y="184975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03" name="Rectangle 913"/>
          <p:cNvSpPr>
            <a:spLocks noChangeAspect="1"/>
          </p:cNvSpPr>
          <p:nvPr/>
        </p:nvSpPr>
        <p:spPr>
          <a:xfrm>
            <a:off x="3103245" y="16363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04" name="Rectangle 914"/>
          <p:cNvSpPr>
            <a:spLocks noChangeAspect="1"/>
          </p:cNvSpPr>
          <p:nvPr/>
        </p:nvSpPr>
        <p:spPr>
          <a:xfrm>
            <a:off x="3328670" y="16363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05" name="Rectangle 915"/>
          <p:cNvSpPr>
            <a:spLocks noChangeAspect="1"/>
          </p:cNvSpPr>
          <p:nvPr/>
        </p:nvSpPr>
        <p:spPr>
          <a:xfrm>
            <a:off x="3553460" y="16363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06" name="Rectangle 916"/>
          <p:cNvSpPr>
            <a:spLocks noChangeAspect="1"/>
          </p:cNvSpPr>
          <p:nvPr/>
        </p:nvSpPr>
        <p:spPr>
          <a:xfrm>
            <a:off x="4003675" y="16363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07" name="Rectangle 917"/>
          <p:cNvSpPr>
            <a:spLocks noChangeAspect="1"/>
          </p:cNvSpPr>
          <p:nvPr/>
        </p:nvSpPr>
        <p:spPr>
          <a:xfrm>
            <a:off x="4228465" y="16363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08" name="Rectangle 918"/>
          <p:cNvSpPr>
            <a:spLocks noChangeAspect="1"/>
          </p:cNvSpPr>
          <p:nvPr/>
        </p:nvSpPr>
        <p:spPr>
          <a:xfrm>
            <a:off x="4453890" y="16363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09" name="Rectangle 919"/>
          <p:cNvSpPr>
            <a:spLocks noChangeAspect="1"/>
          </p:cNvSpPr>
          <p:nvPr/>
        </p:nvSpPr>
        <p:spPr>
          <a:xfrm>
            <a:off x="4678680" y="1636395"/>
            <a:ext cx="26733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10" name="Rectangle 920"/>
          <p:cNvSpPr>
            <a:spLocks noChangeAspect="1"/>
          </p:cNvSpPr>
          <p:nvPr/>
        </p:nvSpPr>
        <p:spPr>
          <a:xfrm>
            <a:off x="4901565" y="16363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11" name="Rectangle 921"/>
          <p:cNvSpPr>
            <a:spLocks noChangeAspect="1"/>
          </p:cNvSpPr>
          <p:nvPr/>
        </p:nvSpPr>
        <p:spPr>
          <a:xfrm>
            <a:off x="5126355" y="16363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12" name="Rectangle 922"/>
          <p:cNvSpPr>
            <a:spLocks noChangeAspect="1"/>
          </p:cNvSpPr>
          <p:nvPr/>
        </p:nvSpPr>
        <p:spPr>
          <a:xfrm>
            <a:off x="4453890" y="142303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13" name="Rectangle 923"/>
          <p:cNvSpPr>
            <a:spLocks noChangeAspect="1"/>
          </p:cNvSpPr>
          <p:nvPr/>
        </p:nvSpPr>
        <p:spPr>
          <a:xfrm>
            <a:off x="4678680" y="1423035"/>
            <a:ext cx="26733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14" name="Rectangle 924"/>
          <p:cNvSpPr>
            <a:spLocks noChangeAspect="1"/>
          </p:cNvSpPr>
          <p:nvPr/>
        </p:nvSpPr>
        <p:spPr>
          <a:xfrm>
            <a:off x="4901565" y="142303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15" name="Rectangle 925"/>
          <p:cNvSpPr>
            <a:spLocks noChangeAspect="1"/>
          </p:cNvSpPr>
          <p:nvPr/>
        </p:nvSpPr>
        <p:spPr>
          <a:xfrm>
            <a:off x="852805" y="227584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16" name="Rectangle 926"/>
          <p:cNvSpPr>
            <a:spLocks noChangeAspect="1"/>
          </p:cNvSpPr>
          <p:nvPr/>
        </p:nvSpPr>
        <p:spPr>
          <a:xfrm>
            <a:off x="1078230" y="205613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17" name="Rectangle 927"/>
          <p:cNvSpPr>
            <a:spLocks noChangeAspect="1"/>
          </p:cNvSpPr>
          <p:nvPr/>
        </p:nvSpPr>
        <p:spPr>
          <a:xfrm>
            <a:off x="3103245" y="142303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18" name="Rectangle 928"/>
          <p:cNvSpPr>
            <a:spLocks noChangeAspect="1"/>
          </p:cNvSpPr>
          <p:nvPr/>
        </p:nvSpPr>
        <p:spPr>
          <a:xfrm>
            <a:off x="2878455" y="16363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20" name="Rectangle 930"/>
          <p:cNvSpPr>
            <a:spLocks noChangeAspect="1"/>
          </p:cNvSpPr>
          <p:nvPr/>
        </p:nvSpPr>
        <p:spPr>
          <a:xfrm>
            <a:off x="6251575" y="2275840"/>
            <a:ext cx="273050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21" name="Rectangle 931"/>
          <p:cNvSpPr>
            <a:spLocks noChangeAspect="1"/>
          </p:cNvSpPr>
          <p:nvPr/>
        </p:nvSpPr>
        <p:spPr>
          <a:xfrm>
            <a:off x="6476365" y="2275840"/>
            <a:ext cx="273050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22" name="Rectangle 932"/>
          <p:cNvSpPr>
            <a:spLocks noChangeAspect="1"/>
          </p:cNvSpPr>
          <p:nvPr/>
        </p:nvSpPr>
        <p:spPr>
          <a:xfrm>
            <a:off x="6701790" y="227584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23" name="Rectangle 933"/>
          <p:cNvSpPr>
            <a:spLocks noChangeAspect="1"/>
          </p:cNvSpPr>
          <p:nvPr/>
        </p:nvSpPr>
        <p:spPr>
          <a:xfrm>
            <a:off x="6926580" y="227584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24" name="Rectangle 934"/>
          <p:cNvSpPr>
            <a:spLocks noChangeAspect="1"/>
          </p:cNvSpPr>
          <p:nvPr/>
        </p:nvSpPr>
        <p:spPr>
          <a:xfrm>
            <a:off x="6251575" y="24872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25" name="Rectangle 935"/>
          <p:cNvSpPr>
            <a:spLocks noChangeAspect="1"/>
          </p:cNvSpPr>
          <p:nvPr/>
        </p:nvSpPr>
        <p:spPr>
          <a:xfrm>
            <a:off x="6476365" y="24872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26" name="Rectangle 936"/>
          <p:cNvSpPr>
            <a:spLocks noChangeAspect="1"/>
          </p:cNvSpPr>
          <p:nvPr/>
        </p:nvSpPr>
        <p:spPr>
          <a:xfrm>
            <a:off x="6926580" y="24872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27" name="Rectangle 937"/>
          <p:cNvSpPr>
            <a:spLocks noChangeAspect="1"/>
          </p:cNvSpPr>
          <p:nvPr/>
        </p:nvSpPr>
        <p:spPr>
          <a:xfrm>
            <a:off x="5801360" y="270002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28" name="Rectangle 938"/>
          <p:cNvSpPr>
            <a:spLocks noChangeAspect="1"/>
          </p:cNvSpPr>
          <p:nvPr/>
        </p:nvSpPr>
        <p:spPr>
          <a:xfrm>
            <a:off x="6701790" y="270002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29" name="Rectangle 939"/>
          <p:cNvSpPr>
            <a:spLocks noChangeAspect="1"/>
          </p:cNvSpPr>
          <p:nvPr/>
        </p:nvSpPr>
        <p:spPr>
          <a:xfrm>
            <a:off x="6926580" y="270002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30" name="Rectangle 940"/>
          <p:cNvSpPr>
            <a:spLocks noChangeAspect="1"/>
          </p:cNvSpPr>
          <p:nvPr/>
        </p:nvSpPr>
        <p:spPr>
          <a:xfrm>
            <a:off x="7152005" y="270002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31" name="Rectangle 941"/>
          <p:cNvSpPr>
            <a:spLocks noChangeAspect="1"/>
          </p:cNvSpPr>
          <p:nvPr/>
        </p:nvSpPr>
        <p:spPr>
          <a:xfrm>
            <a:off x="6026785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32" name="Rectangle 942"/>
          <p:cNvSpPr>
            <a:spLocks noChangeAspect="1"/>
          </p:cNvSpPr>
          <p:nvPr/>
        </p:nvSpPr>
        <p:spPr>
          <a:xfrm>
            <a:off x="6251575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33" name="Rectangle 943"/>
          <p:cNvSpPr>
            <a:spLocks noChangeAspect="1"/>
          </p:cNvSpPr>
          <p:nvPr/>
        </p:nvSpPr>
        <p:spPr>
          <a:xfrm>
            <a:off x="6476365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34" name="Rectangle 944"/>
          <p:cNvSpPr>
            <a:spLocks noChangeAspect="1"/>
          </p:cNvSpPr>
          <p:nvPr/>
        </p:nvSpPr>
        <p:spPr>
          <a:xfrm>
            <a:off x="6701790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35" name="Rectangle 945"/>
          <p:cNvSpPr>
            <a:spLocks noChangeAspect="1"/>
          </p:cNvSpPr>
          <p:nvPr/>
        </p:nvSpPr>
        <p:spPr>
          <a:xfrm>
            <a:off x="6926580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36" name="Rectangle 946"/>
          <p:cNvSpPr>
            <a:spLocks noChangeAspect="1"/>
          </p:cNvSpPr>
          <p:nvPr/>
        </p:nvSpPr>
        <p:spPr>
          <a:xfrm>
            <a:off x="7152005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37" name="Rectangle 947"/>
          <p:cNvSpPr>
            <a:spLocks noChangeAspect="1"/>
          </p:cNvSpPr>
          <p:nvPr/>
        </p:nvSpPr>
        <p:spPr>
          <a:xfrm>
            <a:off x="5576570" y="312674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38" name="Rectangle 948"/>
          <p:cNvSpPr>
            <a:spLocks noChangeAspect="1"/>
          </p:cNvSpPr>
          <p:nvPr/>
        </p:nvSpPr>
        <p:spPr>
          <a:xfrm>
            <a:off x="5801360" y="31267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39" name="Rectangle 949"/>
          <p:cNvSpPr>
            <a:spLocks noChangeAspect="1"/>
          </p:cNvSpPr>
          <p:nvPr/>
        </p:nvSpPr>
        <p:spPr>
          <a:xfrm>
            <a:off x="6026785" y="31267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40" name="Rectangle 950"/>
          <p:cNvSpPr>
            <a:spLocks noChangeAspect="1"/>
          </p:cNvSpPr>
          <p:nvPr/>
        </p:nvSpPr>
        <p:spPr>
          <a:xfrm>
            <a:off x="6251575" y="31267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41" name="Rectangle 951"/>
          <p:cNvSpPr>
            <a:spLocks noChangeAspect="1"/>
          </p:cNvSpPr>
          <p:nvPr/>
        </p:nvSpPr>
        <p:spPr>
          <a:xfrm>
            <a:off x="6476365" y="31267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42" name="Rectangle 952"/>
          <p:cNvSpPr>
            <a:spLocks noChangeAspect="1"/>
          </p:cNvSpPr>
          <p:nvPr/>
        </p:nvSpPr>
        <p:spPr>
          <a:xfrm>
            <a:off x="6701790" y="31267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43" name="Rectangle 953"/>
          <p:cNvSpPr>
            <a:spLocks noChangeAspect="1"/>
          </p:cNvSpPr>
          <p:nvPr/>
        </p:nvSpPr>
        <p:spPr>
          <a:xfrm>
            <a:off x="6926580" y="31267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44" name="Rectangle 954"/>
          <p:cNvSpPr>
            <a:spLocks noChangeAspect="1"/>
          </p:cNvSpPr>
          <p:nvPr/>
        </p:nvSpPr>
        <p:spPr>
          <a:xfrm>
            <a:off x="7152005" y="312674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45" name="Rectangle 955"/>
          <p:cNvSpPr>
            <a:spLocks noChangeAspect="1"/>
          </p:cNvSpPr>
          <p:nvPr/>
        </p:nvSpPr>
        <p:spPr>
          <a:xfrm>
            <a:off x="5576570" y="334010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46" name="Rectangle 956"/>
          <p:cNvSpPr>
            <a:spLocks noChangeAspect="1"/>
          </p:cNvSpPr>
          <p:nvPr/>
        </p:nvSpPr>
        <p:spPr>
          <a:xfrm>
            <a:off x="5801360" y="334010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47" name="Rectangle 957"/>
          <p:cNvSpPr>
            <a:spLocks noChangeAspect="1"/>
          </p:cNvSpPr>
          <p:nvPr/>
        </p:nvSpPr>
        <p:spPr>
          <a:xfrm>
            <a:off x="6251575" y="334010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48" name="Rectangle 958"/>
          <p:cNvSpPr>
            <a:spLocks noChangeAspect="1"/>
          </p:cNvSpPr>
          <p:nvPr/>
        </p:nvSpPr>
        <p:spPr>
          <a:xfrm>
            <a:off x="6701790" y="334010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49" name="Rectangle 959"/>
          <p:cNvSpPr>
            <a:spLocks noChangeAspect="1"/>
          </p:cNvSpPr>
          <p:nvPr/>
        </p:nvSpPr>
        <p:spPr>
          <a:xfrm>
            <a:off x="6476365" y="355346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50" name="Rectangle 960"/>
          <p:cNvSpPr>
            <a:spLocks noChangeAspect="1"/>
          </p:cNvSpPr>
          <p:nvPr/>
        </p:nvSpPr>
        <p:spPr>
          <a:xfrm>
            <a:off x="6476365" y="206248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51" name="Rectangle 961"/>
          <p:cNvSpPr>
            <a:spLocks noChangeAspect="1"/>
          </p:cNvSpPr>
          <p:nvPr/>
        </p:nvSpPr>
        <p:spPr>
          <a:xfrm>
            <a:off x="6701790" y="2062480"/>
            <a:ext cx="273050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52" name="Rectangle 962"/>
          <p:cNvSpPr>
            <a:spLocks noChangeAspect="1"/>
          </p:cNvSpPr>
          <p:nvPr/>
        </p:nvSpPr>
        <p:spPr>
          <a:xfrm>
            <a:off x="5349240" y="312674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53" name="Rectangle 963"/>
          <p:cNvSpPr>
            <a:spLocks noChangeAspect="1"/>
          </p:cNvSpPr>
          <p:nvPr/>
        </p:nvSpPr>
        <p:spPr>
          <a:xfrm>
            <a:off x="6701790" y="184277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54" name="Rectangle 964"/>
          <p:cNvSpPr>
            <a:spLocks noChangeAspect="1"/>
          </p:cNvSpPr>
          <p:nvPr/>
        </p:nvSpPr>
        <p:spPr>
          <a:xfrm>
            <a:off x="5574030" y="2913380"/>
            <a:ext cx="269875" cy="255905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55" name="Rectangle 965"/>
          <p:cNvSpPr>
            <a:spLocks noChangeAspect="1"/>
          </p:cNvSpPr>
          <p:nvPr/>
        </p:nvSpPr>
        <p:spPr>
          <a:xfrm>
            <a:off x="5799455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57" name="Rectangle 967"/>
          <p:cNvSpPr>
            <a:spLocks noChangeAspect="1"/>
          </p:cNvSpPr>
          <p:nvPr/>
        </p:nvSpPr>
        <p:spPr>
          <a:xfrm>
            <a:off x="7601585" y="227584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58" name="Rectangle 968"/>
          <p:cNvSpPr>
            <a:spLocks noChangeAspect="1"/>
          </p:cNvSpPr>
          <p:nvPr/>
        </p:nvSpPr>
        <p:spPr>
          <a:xfrm>
            <a:off x="7827010" y="227584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59" name="Rectangle 969"/>
          <p:cNvSpPr>
            <a:spLocks noChangeAspect="1"/>
          </p:cNvSpPr>
          <p:nvPr/>
        </p:nvSpPr>
        <p:spPr>
          <a:xfrm>
            <a:off x="8051800" y="227584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60" name="Rectangle 970"/>
          <p:cNvSpPr>
            <a:spLocks noChangeAspect="1"/>
          </p:cNvSpPr>
          <p:nvPr/>
        </p:nvSpPr>
        <p:spPr>
          <a:xfrm>
            <a:off x="8277225" y="227584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61" name="Rectangle 971"/>
          <p:cNvSpPr>
            <a:spLocks noChangeAspect="1"/>
          </p:cNvSpPr>
          <p:nvPr/>
        </p:nvSpPr>
        <p:spPr>
          <a:xfrm>
            <a:off x="8502015" y="227584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62" name="Rectangle 972"/>
          <p:cNvSpPr>
            <a:spLocks noChangeAspect="1"/>
          </p:cNvSpPr>
          <p:nvPr/>
        </p:nvSpPr>
        <p:spPr>
          <a:xfrm>
            <a:off x="8726805" y="227584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63" name="Rectangle 973"/>
          <p:cNvSpPr>
            <a:spLocks noChangeAspect="1"/>
          </p:cNvSpPr>
          <p:nvPr/>
        </p:nvSpPr>
        <p:spPr>
          <a:xfrm>
            <a:off x="8952230" y="227584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64" name="Rectangle 974"/>
          <p:cNvSpPr>
            <a:spLocks noChangeAspect="1"/>
          </p:cNvSpPr>
          <p:nvPr/>
        </p:nvSpPr>
        <p:spPr>
          <a:xfrm>
            <a:off x="9174480" y="227584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65" name="Rectangle 975"/>
          <p:cNvSpPr>
            <a:spLocks noChangeAspect="1"/>
          </p:cNvSpPr>
          <p:nvPr/>
        </p:nvSpPr>
        <p:spPr>
          <a:xfrm>
            <a:off x="9399905" y="227584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66" name="Rectangle 976"/>
          <p:cNvSpPr>
            <a:spLocks noChangeAspect="1"/>
          </p:cNvSpPr>
          <p:nvPr/>
        </p:nvSpPr>
        <p:spPr>
          <a:xfrm>
            <a:off x="9624695" y="227584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67" name="Rectangle 977"/>
          <p:cNvSpPr>
            <a:spLocks noChangeAspect="1"/>
          </p:cNvSpPr>
          <p:nvPr/>
        </p:nvSpPr>
        <p:spPr>
          <a:xfrm>
            <a:off x="9850120" y="227584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68" name="Rectangle 978"/>
          <p:cNvSpPr>
            <a:spLocks noChangeAspect="1"/>
          </p:cNvSpPr>
          <p:nvPr/>
        </p:nvSpPr>
        <p:spPr>
          <a:xfrm>
            <a:off x="10074910" y="227584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69" name="Rectangle 979"/>
          <p:cNvSpPr>
            <a:spLocks noChangeAspect="1"/>
          </p:cNvSpPr>
          <p:nvPr/>
        </p:nvSpPr>
        <p:spPr>
          <a:xfrm>
            <a:off x="10299700" y="227584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70" name="Rectangle 980"/>
          <p:cNvSpPr>
            <a:spLocks noChangeAspect="1"/>
          </p:cNvSpPr>
          <p:nvPr/>
        </p:nvSpPr>
        <p:spPr>
          <a:xfrm>
            <a:off x="10525125" y="227584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71" name="Rectangle 981"/>
          <p:cNvSpPr>
            <a:spLocks noChangeAspect="1"/>
          </p:cNvSpPr>
          <p:nvPr/>
        </p:nvSpPr>
        <p:spPr>
          <a:xfrm>
            <a:off x="10749915" y="227584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72" name="Rectangle 982"/>
          <p:cNvSpPr>
            <a:spLocks noChangeAspect="1"/>
          </p:cNvSpPr>
          <p:nvPr/>
        </p:nvSpPr>
        <p:spPr>
          <a:xfrm>
            <a:off x="10975340" y="227584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73" name="Rectangle 983"/>
          <p:cNvSpPr>
            <a:spLocks noChangeAspect="1"/>
          </p:cNvSpPr>
          <p:nvPr/>
        </p:nvSpPr>
        <p:spPr>
          <a:xfrm>
            <a:off x="7152005" y="24872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74" name="Rectangle 984"/>
          <p:cNvSpPr>
            <a:spLocks noChangeAspect="1"/>
          </p:cNvSpPr>
          <p:nvPr/>
        </p:nvSpPr>
        <p:spPr>
          <a:xfrm>
            <a:off x="7376795" y="248729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75" name="Rectangle 985"/>
          <p:cNvSpPr>
            <a:spLocks noChangeAspect="1"/>
          </p:cNvSpPr>
          <p:nvPr/>
        </p:nvSpPr>
        <p:spPr>
          <a:xfrm>
            <a:off x="7601585" y="24872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76" name="Rectangle 986"/>
          <p:cNvSpPr>
            <a:spLocks noChangeAspect="1"/>
          </p:cNvSpPr>
          <p:nvPr/>
        </p:nvSpPr>
        <p:spPr>
          <a:xfrm>
            <a:off x="7827010" y="24872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77" name="Rectangle 987"/>
          <p:cNvSpPr>
            <a:spLocks noChangeAspect="1"/>
          </p:cNvSpPr>
          <p:nvPr/>
        </p:nvSpPr>
        <p:spPr>
          <a:xfrm>
            <a:off x="8051800" y="24872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78" name="Rectangle 988"/>
          <p:cNvSpPr>
            <a:spLocks noChangeAspect="1"/>
          </p:cNvSpPr>
          <p:nvPr/>
        </p:nvSpPr>
        <p:spPr>
          <a:xfrm>
            <a:off x="8277225" y="24872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79" name="Rectangle 989"/>
          <p:cNvSpPr>
            <a:spLocks noChangeAspect="1"/>
          </p:cNvSpPr>
          <p:nvPr/>
        </p:nvSpPr>
        <p:spPr>
          <a:xfrm>
            <a:off x="8502015" y="24872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80" name="Rectangle 990"/>
          <p:cNvSpPr>
            <a:spLocks noChangeAspect="1"/>
          </p:cNvSpPr>
          <p:nvPr/>
        </p:nvSpPr>
        <p:spPr>
          <a:xfrm>
            <a:off x="8726805" y="24872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81" name="Rectangle 991"/>
          <p:cNvSpPr>
            <a:spLocks noChangeAspect="1"/>
          </p:cNvSpPr>
          <p:nvPr/>
        </p:nvSpPr>
        <p:spPr>
          <a:xfrm>
            <a:off x="8952230" y="2487295"/>
            <a:ext cx="26733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82" name="Rectangle 992"/>
          <p:cNvSpPr>
            <a:spLocks noChangeAspect="1"/>
          </p:cNvSpPr>
          <p:nvPr/>
        </p:nvSpPr>
        <p:spPr>
          <a:xfrm>
            <a:off x="9174480" y="24872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83" name="Rectangle 993"/>
          <p:cNvSpPr>
            <a:spLocks noChangeAspect="1"/>
          </p:cNvSpPr>
          <p:nvPr/>
        </p:nvSpPr>
        <p:spPr>
          <a:xfrm>
            <a:off x="9399905" y="24872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84" name="Rectangle 994"/>
          <p:cNvSpPr>
            <a:spLocks noChangeAspect="1"/>
          </p:cNvSpPr>
          <p:nvPr/>
        </p:nvSpPr>
        <p:spPr>
          <a:xfrm>
            <a:off x="9624695" y="24872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85" name="Rectangle 995"/>
          <p:cNvSpPr>
            <a:spLocks noChangeAspect="1"/>
          </p:cNvSpPr>
          <p:nvPr/>
        </p:nvSpPr>
        <p:spPr>
          <a:xfrm>
            <a:off x="9850120" y="24872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86" name="Rectangle 996"/>
          <p:cNvSpPr>
            <a:spLocks noChangeAspect="1"/>
          </p:cNvSpPr>
          <p:nvPr/>
        </p:nvSpPr>
        <p:spPr>
          <a:xfrm>
            <a:off x="10074910" y="24872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87" name="Rectangle 997"/>
          <p:cNvSpPr>
            <a:spLocks noChangeAspect="1"/>
          </p:cNvSpPr>
          <p:nvPr/>
        </p:nvSpPr>
        <p:spPr>
          <a:xfrm>
            <a:off x="10299700" y="24872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88" name="Rectangle 998"/>
          <p:cNvSpPr>
            <a:spLocks noChangeAspect="1"/>
          </p:cNvSpPr>
          <p:nvPr/>
        </p:nvSpPr>
        <p:spPr>
          <a:xfrm>
            <a:off x="10525125" y="24872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89" name="Rectangle 999"/>
          <p:cNvSpPr>
            <a:spLocks noChangeAspect="1"/>
          </p:cNvSpPr>
          <p:nvPr/>
        </p:nvSpPr>
        <p:spPr>
          <a:xfrm>
            <a:off x="10749915" y="24872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90" name="Rectangle 1000"/>
          <p:cNvSpPr>
            <a:spLocks noChangeAspect="1"/>
          </p:cNvSpPr>
          <p:nvPr/>
        </p:nvSpPr>
        <p:spPr>
          <a:xfrm>
            <a:off x="10975340" y="24872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91" name="Rectangle 1001"/>
          <p:cNvSpPr>
            <a:spLocks noChangeAspect="1"/>
          </p:cNvSpPr>
          <p:nvPr/>
        </p:nvSpPr>
        <p:spPr>
          <a:xfrm>
            <a:off x="11200130" y="24872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92" name="Rectangle 1002"/>
          <p:cNvSpPr>
            <a:spLocks noChangeAspect="1"/>
          </p:cNvSpPr>
          <p:nvPr/>
        </p:nvSpPr>
        <p:spPr>
          <a:xfrm>
            <a:off x="7376795" y="270002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93" name="Rectangle 1003"/>
          <p:cNvSpPr>
            <a:spLocks noChangeAspect="1"/>
          </p:cNvSpPr>
          <p:nvPr/>
        </p:nvSpPr>
        <p:spPr>
          <a:xfrm>
            <a:off x="7601585" y="270002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94" name="Rectangle 1004"/>
          <p:cNvSpPr>
            <a:spLocks noChangeAspect="1"/>
          </p:cNvSpPr>
          <p:nvPr/>
        </p:nvSpPr>
        <p:spPr>
          <a:xfrm>
            <a:off x="7827010" y="270002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95" name="Rectangle 1005"/>
          <p:cNvSpPr>
            <a:spLocks noChangeAspect="1"/>
          </p:cNvSpPr>
          <p:nvPr/>
        </p:nvSpPr>
        <p:spPr>
          <a:xfrm>
            <a:off x="8051800" y="270002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96" name="Rectangle 1006"/>
          <p:cNvSpPr>
            <a:spLocks noChangeAspect="1"/>
          </p:cNvSpPr>
          <p:nvPr/>
        </p:nvSpPr>
        <p:spPr>
          <a:xfrm>
            <a:off x="8277225" y="270002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97" name="Rectangle 1007"/>
          <p:cNvSpPr>
            <a:spLocks noChangeAspect="1"/>
          </p:cNvSpPr>
          <p:nvPr/>
        </p:nvSpPr>
        <p:spPr>
          <a:xfrm>
            <a:off x="8502015" y="270002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98" name="Rectangle 1008"/>
          <p:cNvSpPr>
            <a:spLocks noChangeAspect="1"/>
          </p:cNvSpPr>
          <p:nvPr/>
        </p:nvSpPr>
        <p:spPr>
          <a:xfrm>
            <a:off x="8726805" y="270002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99" name="Rectangle 1009"/>
          <p:cNvSpPr>
            <a:spLocks noChangeAspect="1"/>
          </p:cNvSpPr>
          <p:nvPr/>
        </p:nvSpPr>
        <p:spPr>
          <a:xfrm>
            <a:off x="8952230" y="2700020"/>
            <a:ext cx="26733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00" name="Rectangle 1010"/>
          <p:cNvSpPr>
            <a:spLocks noChangeAspect="1"/>
          </p:cNvSpPr>
          <p:nvPr/>
        </p:nvSpPr>
        <p:spPr>
          <a:xfrm>
            <a:off x="9174480" y="270002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01" name="Rectangle 1011"/>
          <p:cNvSpPr>
            <a:spLocks noChangeAspect="1"/>
          </p:cNvSpPr>
          <p:nvPr/>
        </p:nvSpPr>
        <p:spPr>
          <a:xfrm>
            <a:off x="9399905" y="270002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02" name="Rectangle 1012"/>
          <p:cNvSpPr>
            <a:spLocks noChangeAspect="1"/>
          </p:cNvSpPr>
          <p:nvPr/>
        </p:nvSpPr>
        <p:spPr>
          <a:xfrm>
            <a:off x="9624695" y="270002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03" name="Rectangle 1013"/>
          <p:cNvSpPr>
            <a:spLocks noChangeAspect="1"/>
          </p:cNvSpPr>
          <p:nvPr/>
        </p:nvSpPr>
        <p:spPr>
          <a:xfrm>
            <a:off x="9850120" y="270002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04" name="Rectangle 1014"/>
          <p:cNvSpPr>
            <a:spLocks noChangeAspect="1"/>
          </p:cNvSpPr>
          <p:nvPr/>
        </p:nvSpPr>
        <p:spPr>
          <a:xfrm>
            <a:off x="10074910" y="270002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05" name="Rectangle 1015"/>
          <p:cNvSpPr>
            <a:spLocks noChangeAspect="1"/>
          </p:cNvSpPr>
          <p:nvPr/>
        </p:nvSpPr>
        <p:spPr>
          <a:xfrm>
            <a:off x="10299700" y="270002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06" name="Rectangle 1016"/>
          <p:cNvSpPr>
            <a:spLocks noChangeAspect="1"/>
          </p:cNvSpPr>
          <p:nvPr/>
        </p:nvSpPr>
        <p:spPr>
          <a:xfrm>
            <a:off x="10749915" y="270002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07" name="Rectangle 1017"/>
          <p:cNvSpPr>
            <a:spLocks noChangeAspect="1"/>
          </p:cNvSpPr>
          <p:nvPr/>
        </p:nvSpPr>
        <p:spPr>
          <a:xfrm>
            <a:off x="7376795" y="291338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08" name="Rectangle 1018"/>
          <p:cNvSpPr>
            <a:spLocks noChangeAspect="1"/>
          </p:cNvSpPr>
          <p:nvPr/>
        </p:nvSpPr>
        <p:spPr>
          <a:xfrm>
            <a:off x="7601585" y="291338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09" name="Rectangle 1019"/>
          <p:cNvSpPr>
            <a:spLocks noChangeAspect="1"/>
          </p:cNvSpPr>
          <p:nvPr/>
        </p:nvSpPr>
        <p:spPr>
          <a:xfrm>
            <a:off x="7827010" y="291338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10" name="Rectangle 1020"/>
          <p:cNvSpPr>
            <a:spLocks noChangeAspect="1"/>
          </p:cNvSpPr>
          <p:nvPr/>
        </p:nvSpPr>
        <p:spPr>
          <a:xfrm>
            <a:off x="8051800" y="291338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11" name="Rectangle 1021"/>
          <p:cNvSpPr>
            <a:spLocks noChangeAspect="1"/>
          </p:cNvSpPr>
          <p:nvPr/>
        </p:nvSpPr>
        <p:spPr>
          <a:xfrm>
            <a:off x="8277225" y="291338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12" name="Rectangle 1022"/>
          <p:cNvSpPr>
            <a:spLocks noChangeAspect="1"/>
          </p:cNvSpPr>
          <p:nvPr/>
        </p:nvSpPr>
        <p:spPr>
          <a:xfrm>
            <a:off x="8502015" y="291338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13" name="Rectangle 1023"/>
          <p:cNvSpPr>
            <a:spLocks noChangeAspect="1"/>
          </p:cNvSpPr>
          <p:nvPr/>
        </p:nvSpPr>
        <p:spPr>
          <a:xfrm>
            <a:off x="8726805" y="291338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14" name="Rectangle 1024"/>
          <p:cNvSpPr>
            <a:spLocks noChangeAspect="1"/>
          </p:cNvSpPr>
          <p:nvPr/>
        </p:nvSpPr>
        <p:spPr>
          <a:xfrm>
            <a:off x="8952230" y="2913380"/>
            <a:ext cx="26733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15" name="Rectangle 1025"/>
          <p:cNvSpPr>
            <a:spLocks noChangeAspect="1"/>
          </p:cNvSpPr>
          <p:nvPr/>
        </p:nvSpPr>
        <p:spPr>
          <a:xfrm>
            <a:off x="9174480" y="291338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16" name="Rectangle 1026"/>
          <p:cNvSpPr>
            <a:spLocks noChangeAspect="1"/>
          </p:cNvSpPr>
          <p:nvPr/>
        </p:nvSpPr>
        <p:spPr>
          <a:xfrm>
            <a:off x="9399905" y="291338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17" name="Rectangle 1027"/>
          <p:cNvSpPr>
            <a:spLocks noChangeAspect="1"/>
          </p:cNvSpPr>
          <p:nvPr/>
        </p:nvSpPr>
        <p:spPr>
          <a:xfrm>
            <a:off x="9624695" y="291338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18" name="Rectangle 1028"/>
          <p:cNvSpPr>
            <a:spLocks noChangeAspect="1"/>
          </p:cNvSpPr>
          <p:nvPr/>
        </p:nvSpPr>
        <p:spPr>
          <a:xfrm>
            <a:off x="9850120" y="291338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19" name="Rectangle 1029"/>
          <p:cNvSpPr>
            <a:spLocks noChangeAspect="1"/>
          </p:cNvSpPr>
          <p:nvPr/>
        </p:nvSpPr>
        <p:spPr>
          <a:xfrm>
            <a:off x="10074910" y="291338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20" name="Rectangle 1030"/>
          <p:cNvSpPr>
            <a:spLocks noChangeAspect="1"/>
          </p:cNvSpPr>
          <p:nvPr/>
        </p:nvSpPr>
        <p:spPr>
          <a:xfrm>
            <a:off x="10749915" y="291338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21" name="Rectangle 1031"/>
          <p:cNvSpPr>
            <a:spLocks noChangeAspect="1"/>
          </p:cNvSpPr>
          <p:nvPr/>
        </p:nvSpPr>
        <p:spPr>
          <a:xfrm>
            <a:off x="7376795" y="312674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22" name="Rectangle 1032"/>
          <p:cNvSpPr>
            <a:spLocks noChangeAspect="1"/>
          </p:cNvSpPr>
          <p:nvPr/>
        </p:nvSpPr>
        <p:spPr>
          <a:xfrm>
            <a:off x="7601585" y="312674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23" name="Rectangle 1033"/>
          <p:cNvSpPr>
            <a:spLocks noChangeAspect="1"/>
          </p:cNvSpPr>
          <p:nvPr/>
        </p:nvSpPr>
        <p:spPr>
          <a:xfrm>
            <a:off x="7827010" y="312674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24" name="Rectangle 1034"/>
          <p:cNvSpPr>
            <a:spLocks noChangeAspect="1"/>
          </p:cNvSpPr>
          <p:nvPr/>
        </p:nvSpPr>
        <p:spPr>
          <a:xfrm>
            <a:off x="8051800" y="312674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25" name="Rectangle 1035"/>
          <p:cNvSpPr>
            <a:spLocks noChangeAspect="1"/>
          </p:cNvSpPr>
          <p:nvPr/>
        </p:nvSpPr>
        <p:spPr>
          <a:xfrm>
            <a:off x="8277225" y="312674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26" name="Rectangle 1036"/>
          <p:cNvSpPr>
            <a:spLocks noChangeAspect="1"/>
          </p:cNvSpPr>
          <p:nvPr/>
        </p:nvSpPr>
        <p:spPr>
          <a:xfrm>
            <a:off x="8502015" y="312674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27" name="Rectangle 1037"/>
          <p:cNvSpPr>
            <a:spLocks noChangeAspect="1"/>
          </p:cNvSpPr>
          <p:nvPr/>
        </p:nvSpPr>
        <p:spPr>
          <a:xfrm>
            <a:off x="8726805" y="312674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28" name="Rectangle 1038"/>
          <p:cNvSpPr>
            <a:spLocks noChangeAspect="1"/>
          </p:cNvSpPr>
          <p:nvPr/>
        </p:nvSpPr>
        <p:spPr>
          <a:xfrm>
            <a:off x="8952230" y="3126740"/>
            <a:ext cx="26733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29" name="Rectangle 1039"/>
          <p:cNvSpPr>
            <a:spLocks noChangeAspect="1"/>
          </p:cNvSpPr>
          <p:nvPr/>
        </p:nvSpPr>
        <p:spPr>
          <a:xfrm>
            <a:off x="9174480" y="312674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30" name="Rectangle 1040"/>
          <p:cNvSpPr>
            <a:spLocks noChangeAspect="1"/>
          </p:cNvSpPr>
          <p:nvPr/>
        </p:nvSpPr>
        <p:spPr>
          <a:xfrm>
            <a:off x="9399905" y="312674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31" name="Rectangle 1041"/>
          <p:cNvSpPr>
            <a:spLocks noChangeAspect="1"/>
          </p:cNvSpPr>
          <p:nvPr/>
        </p:nvSpPr>
        <p:spPr>
          <a:xfrm>
            <a:off x="9624695" y="312674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32" name="Rectangle 1042"/>
          <p:cNvSpPr>
            <a:spLocks noChangeAspect="1"/>
          </p:cNvSpPr>
          <p:nvPr/>
        </p:nvSpPr>
        <p:spPr>
          <a:xfrm>
            <a:off x="9850120" y="312674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33" name="Rectangle 1043"/>
          <p:cNvSpPr>
            <a:spLocks noChangeAspect="1"/>
          </p:cNvSpPr>
          <p:nvPr/>
        </p:nvSpPr>
        <p:spPr>
          <a:xfrm>
            <a:off x="10525125" y="312674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34" name="Rectangle 1044"/>
          <p:cNvSpPr>
            <a:spLocks noChangeAspect="1"/>
          </p:cNvSpPr>
          <p:nvPr/>
        </p:nvSpPr>
        <p:spPr>
          <a:xfrm>
            <a:off x="7376795" y="334010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35" name="Rectangle 1045"/>
          <p:cNvSpPr>
            <a:spLocks noChangeAspect="1"/>
          </p:cNvSpPr>
          <p:nvPr/>
        </p:nvSpPr>
        <p:spPr>
          <a:xfrm>
            <a:off x="7601585" y="334010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36" name="Rectangle 1046"/>
          <p:cNvSpPr>
            <a:spLocks noChangeAspect="1"/>
          </p:cNvSpPr>
          <p:nvPr/>
        </p:nvSpPr>
        <p:spPr>
          <a:xfrm>
            <a:off x="7827010" y="334010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37" name="Rectangle 1047"/>
          <p:cNvSpPr>
            <a:spLocks noChangeAspect="1"/>
          </p:cNvSpPr>
          <p:nvPr/>
        </p:nvSpPr>
        <p:spPr>
          <a:xfrm>
            <a:off x="8051800" y="334010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38" name="Rectangle 1048"/>
          <p:cNvSpPr>
            <a:spLocks noChangeAspect="1"/>
          </p:cNvSpPr>
          <p:nvPr/>
        </p:nvSpPr>
        <p:spPr>
          <a:xfrm>
            <a:off x="8277225" y="334010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39" name="Rectangle 1049"/>
          <p:cNvSpPr>
            <a:spLocks noChangeAspect="1"/>
          </p:cNvSpPr>
          <p:nvPr/>
        </p:nvSpPr>
        <p:spPr>
          <a:xfrm>
            <a:off x="8502015" y="334010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40" name="Rectangle 1050"/>
          <p:cNvSpPr>
            <a:spLocks noChangeAspect="1"/>
          </p:cNvSpPr>
          <p:nvPr/>
        </p:nvSpPr>
        <p:spPr>
          <a:xfrm>
            <a:off x="8726805" y="334010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41" name="Rectangle 1051"/>
          <p:cNvSpPr>
            <a:spLocks noChangeAspect="1"/>
          </p:cNvSpPr>
          <p:nvPr/>
        </p:nvSpPr>
        <p:spPr>
          <a:xfrm>
            <a:off x="8952230" y="3340100"/>
            <a:ext cx="26733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42" name="Rectangle 1052"/>
          <p:cNvSpPr>
            <a:spLocks noChangeAspect="1"/>
          </p:cNvSpPr>
          <p:nvPr/>
        </p:nvSpPr>
        <p:spPr>
          <a:xfrm>
            <a:off x="9174480" y="334010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43" name="Rectangle 1053"/>
          <p:cNvSpPr>
            <a:spLocks noChangeAspect="1"/>
          </p:cNvSpPr>
          <p:nvPr/>
        </p:nvSpPr>
        <p:spPr>
          <a:xfrm>
            <a:off x="9399905" y="334010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44" name="Rectangle 1054"/>
          <p:cNvSpPr>
            <a:spLocks noChangeAspect="1"/>
          </p:cNvSpPr>
          <p:nvPr/>
        </p:nvSpPr>
        <p:spPr>
          <a:xfrm>
            <a:off x="9624695" y="334010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45" name="Rectangle 1055"/>
          <p:cNvSpPr>
            <a:spLocks noChangeAspect="1"/>
          </p:cNvSpPr>
          <p:nvPr/>
        </p:nvSpPr>
        <p:spPr>
          <a:xfrm>
            <a:off x="6926580" y="355346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46" name="Rectangle 1056"/>
          <p:cNvSpPr>
            <a:spLocks noChangeAspect="1"/>
          </p:cNvSpPr>
          <p:nvPr/>
        </p:nvSpPr>
        <p:spPr>
          <a:xfrm>
            <a:off x="7152005" y="355346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47" name="Rectangle 1057"/>
          <p:cNvSpPr>
            <a:spLocks noChangeAspect="1"/>
          </p:cNvSpPr>
          <p:nvPr/>
        </p:nvSpPr>
        <p:spPr>
          <a:xfrm>
            <a:off x="7376795" y="355346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48" name="Rectangle 1058"/>
          <p:cNvSpPr>
            <a:spLocks noChangeAspect="1"/>
          </p:cNvSpPr>
          <p:nvPr/>
        </p:nvSpPr>
        <p:spPr>
          <a:xfrm>
            <a:off x="7601585" y="355346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49" name="Rectangle 1059"/>
          <p:cNvSpPr>
            <a:spLocks noChangeAspect="1"/>
          </p:cNvSpPr>
          <p:nvPr/>
        </p:nvSpPr>
        <p:spPr>
          <a:xfrm>
            <a:off x="7827010" y="355346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50" name="Rectangle 1060"/>
          <p:cNvSpPr>
            <a:spLocks noChangeAspect="1"/>
          </p:cNvSpPr>
          <p:nvPr/>
        </p:nvSpPr>
        <p:spPr>
          <a:xfrm>
            <a:off x="8051800" y="355346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51" name="Rectangle 1061"/>
          <p:cNvSpPr>
            <a:spLocks noChangeAspect="1"/>
          </p:cNvSpPr>
          <p:nvPr/>
        </p:nvSpPr>
        <p:spPr>
          <a:xfrm>
            <a:off x="8277225" y="355346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52" name="Rectangle 1062"/>
          <p:cNvSpPr>
            <a:spLocks noChangeAspect="1"/>
          </p:cNvSpPr>
          <p:nvPr/>
        </p:nvSpPr>
        <p:spPr>
          <a:xfrm>
            <a:off x="8502015" y="355346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53" name="Rectangle 1063"/>
          <p:cNvSpPr>
            <a:spLocks noChangeAspect="1"/>
          </p:cNvSpPr>
          <p:nvPr/>
        </p:nvSpPr>
        <p:spPr>
          <a:xfrm>
            <a:off x="8726805" y="355346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54" name="Rectangle 1064"/>
          <p:cNvSpPr>
            <a:spLocks noChangeAspect="1"/>
          </p:cNvSpPr>
          <p:nvPr/>
        </p:nvSpPr>
        <p:spPr>
          <a:xfrm>
            <a:off x="8952230" y="3553460"/>
            <a:ext cx="26733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55" name="Rectangle 1065"/>
          <p:cNvSpPr>
            <a:spLocks noChangeAspect="1"/>
          </p:cNvSpPr>
          <p:nvPr/>
        </p:nvSpPr>
        <p:spPr>
          <a:xfrm>
            <a:off x="9174480" y="355346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56" name="Rectangle 1066"/>
          <p:cNvSpPr>
            <a:spLocks noChangeAspect="1"/>
          </p:cNvSpPr>
          <p:nvPr/>
        </p:nvSpPr>
        <p:spPr>
          <a:xfrm>
            <a:off x="9399905" y="355346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57" name="Rectangle 1067"/>
          <p:cNvSpPr>
            <a:spLocks noChangeAspect="1"/>
          </p:cNvSpPr>
          <p:nvPr/>
        </p:nvSpPr>
        <p:spPr>
          <a:xfrm>
            <a:off x="6926580" y="376618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58" name="Rectangle 1068"/>
          <p:cNvSpPr>
            <a:spLocks noChangeAspect="1"/>
          </p:cNvSpPr>
          <p:nvPr/>
        </p:nvSpPr>
        <p:spPr>
          <a:xfrm>
            <a:off x="7152005" y="376618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59" name="Rectangle 1069"/>
          <p:cNvSpPr>
            <a:spLocks noChangeAspect="1"/>
          </p:cNvSpPr>
          <p:nvPr/>
        </p:nvSpPr>
        <p:spPr>
          <a:xfrm>
            <a:off x="7601585" y="376618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60" name="Rectangle 1070"/>
          <p:cNvSpPr>
            <a:spLocks noChangeAspect="1"/>
          </p:cNvSpPr>
          <p:nvPr/>
        </p:nvSpPr>
        <p:spPr>
          <a:xfrm>
            <a:off x="7827010" y="376618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61" name="Rectangle 1071"/>
          <p:cNvSpPr>
            <a:spLocks noChangeAspect="1"/>
          </p:cNvSpPr>
          <p:nvPr/>
        </p:nvSpPr>
        <p:spPr>
          <a:xfrm>
            <a:off x="8051800" y="376618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62" name="Rectangle 1072"/>
          <p:cNvSpPr>
            <a:spLocks noChangeAspect="1"/>
          </p:cNvSpPr>
          <p:nvPr/>
        </p:nvSpPr>
        <p:spPr>
          <a:xfrm>
            <a:off x="8277225" y="376618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63" name="Rectangle 1073"/>
          <p:cNvSpPr>
            <a:spLocks noChangeAspect="1"/>
          </p:cNvSpPr>
          <p:nvPr/>
        </p:nvSpPr>
        <p:spPr>
          <a:xfrm>
            <a:off x="8502015" y="376618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64" name="Rectangle 1074"/>
          <p:cNvSpPr>
            <a:spLocks noChangeAspect="1"/>
          </p:cNvSpPr>
          <p:nvPr/>
        </p:nvSpPr>
        <p:spPr>
          <a:xfrm>
            <a:off x="8726805" y="376618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65" name="Rectangle 1075"/>
          <p:cNvSpPr>
            <a:spLocks noChangeAspect="1"/>
          </p:cNvSpPr>
          <p:nvPr/>
        </p:nvSpPr>
        <p:spPr>
          <a:xfrm>
            <a:off x="8952230" y="3766185"/>
            <a:ext cx="26733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66" name="Rectangle 1076"/>
          <p:cNvSpPr>
            <a:spLocks noChangeAspect="1"/>
          </p:cNvSpPr>
          <p:nvPr/>
        </p:nvSpPr>
        <p:spPr>
          <a:xfrm>
            <a:off x="9174480" y="376618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67" name="Rectangle 1077"/>
          <p:cNvSpPr>
            <a:spLocks noChangeAspect="1"/>
          </p:cNvSpPr>
          <p:nvPr/>
        </p:nvSpPr>
        <p:spPr>
          <a:xfrm>
            <a:off x="9399905" y="376618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68" name="Rectangle 1078"/>
          <p:cNvSpPr>
            <a:spLocks noChangeAspect="1"/>
          </p:cNvSpPr>
          <p:nvPr/>
        </p:nvSpPr>
        <p:spPr>
          <a:xfrm>
            <a:off x="7152005" y="397954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69" name="Rectangle 1079"/>
          <p:cNvSpPr>
            <a:spLocks noChangeAspect="1"/>
          </p:cNvSpPr>
          <p:nvPr/>
        </p:nvSpPr>
        <p:spPr>
          <a:xfrm>
            <a:off x="7376795" y="397954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70" name="Rectangle 1080"/>
          <p:cNvSpPr>
            <a:spLocks noChangeAspect="1"/>
          </p:cNvSpPr>
          <p:nvPr/>
        </p:nvSpPr>
        <p:spPr>
          <a:xfrm>
            <a:off x="8051800" y="397954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71" name="Rectangle 1081"/>
          <p:cNvSpPr>
            <a:spLocks noChangeAspect="1"/>
          </p:cNvSpPr>
          <p:nvPr/>
        </p:nvSpPr>
        <p:spPr>
          <a:xfrm>
            <a:off x="8277225" y="397954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72" name="Rectangle 1082"/>
          <p:cNvSpPr>
            <a:spLocks noChangeAspect="1"/>
          </p:cNvSpPr>
          <p:nvPr/>
        </p:nvSpPr>
        <p:spPr>
          <a:xfrm>
            <a:off x="8502015" y="397954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73" name="Rectangle 1083"/>
          <p:cNvSpPr>
            <a:spLocks noChangeAspect="1"/>
          </p:cNvSpPr>
          <p:nvPr/>
        </p:nvSpPr>
        <p:spPr>
          <a:xfrm>
            <a:off x="8726805" y="397954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74" name="Rectangle 1084"/>
          <p:cNvSpPr>
            <a:spLocks noChangeAspect="1"/>
          </p:cNvSpPr>
          <p:nvPr/>
        </p:nvSpPr>
        <p:spPr>
          <a:xfrm>
            <a:off x="8952230" y="3979545"/>
            <a:ext cx="26733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75" name="Rectangle 1085"/>
          <p:cNvSpPr>
            <a:spLocks noChangeAspect="1"/>
          </p:cNvSpPr>
          <p:nvPr/>
        </p:nvSpPr>
        <p:spPr>
          <a:xfrm>
            <a:off x="9174480" y="397954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76" name="Rectangle 1086"/>
          <p:cNvSpPr>
            <a:spLocks noChangeAspect="1"/>
          </p:cNvSpPr>
          <p:nvPr/>
        </p:nvSpPr>
        <p:spPr>
          <a:xfrm>
            <a:off x="8051800" y="419290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77" name="Rectangle 1087"/>
          <p:cNvSpPr>
            <a:spLocks noChangeAspect="1"/>
          </p:cNvSpPr>
          <p:nvPr/>
        </p:nvSpPr>
        <p:spPr>
          <a:xfrm>
            <a:off x="8277225" y="419290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78" name="Rectangle 1088"/>
          <p:cNvSpPr>
            <a:spLocks noChangeAspect="1"/>
          </p:cNvSpPr>
          <p:nvPr/>
        </p:nvSpPr>
        <p:spPr>
          <a:xfrm>
            <a:off x="8952230" y="4192905"/>
            <a:ext cx="26733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79" name="Rectangle 1089"/>
          <p:cNvSpPr>
            <a:spLocks noChangeAspect="1"/>
          </p:cNvSpPr>
          <p:nvPr/>
        </p:nvSpPr>
        <p:spPr>
          <a:xfrm>
            <a:off x="9174480" y="419290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80" name="Rectangle 1090"/>
          <p:cNvSpPr>
            <a:spLocks noChangeAspect="1"/>
          </p:cNvSpPr>
          <p:nvPr/>
        </p:nvSpPr>
        <p:spPr>
          <a:xfrm>
            <a:off x="8277225" y="440626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81" name="Rectangle 1091"/>
          <p:cNvSpPr>
            <a:spLocks noChangeAspect="1"/>
          </p:cNvSpPr>
          <p:nvPr/>
        </p:nvSpPr>
        <p:spPr>
          <a:xfrm>
            <a:off x="8952230" y="4406265"/>
            <a:ext cx="26733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82" name="Rectangle 1092"/>
          <p:cNvSpPr>
            <a:spLocks noChangeAspect="1"/>
          </p:cNvSpPr>
          <p:nvPr/>
        </p:nvSpPr>
        <p:spPr>
          <a:xfrm>
            <a:off x="9174480" y="461962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83" name="Rectangle 1093"/>
          <p:cNvSpPr>
            <a:spLocks noChangeAspect="1"/>
          </p:cNvSpPr>
          <p:nvPr/>
        </p:nvSpPr>
        <p:spPr>
          <a:xfrm>
            <a:off x="9399905" y="461962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84" name="Rectangle 1094"/>
          <p:cNvSpPr>
            <a:spLocks noChangeAspect="1"/>
          </p:cNvSpPr>
          <p:nvPr/>
        </p:nvSpPr>
        <p:spPr>
          <a:xfrm>
            <a:off x="7827010" y="206248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85" name="Rectangle 1095"/>
          <p:cNvSpPr>
            <a:spLocks noChangeAspect="1"/>
          </p:cNvSpPr>
          <p:nvPr/>
        </p:nvSpPr>
        <p:spPr>
          <a:xfrm>
            <a:off x="8051800" y="206248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86" name="Rectangle 1096"/>
          <p:cNvSpPr>
            <a:spLocks noChangeAspect="1"/>
          </p:cNvSpPr>
          <p:nvPr/>
        </p:nvSpPr>
        <p:spPr>
          <a:xfrm>
            <a:off x="8277225" y="206248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87" name="Rectangle 1097"/>
          <p:cNvSpPr>
            <a:spLocks noChangeAspect="1"/>
          </p:cNvSpPr>
          <p:nvPr/>
        </p:nvSpPr>
        <p:spPr>
          <a:xfrm>
            <a:off x="8502015" y="206248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88" name="Rectangle 1098"/>
          <p:cNvSpPr>
            <a:spLocks noChangeAspect="1"/>
          </p:cNvSpPr>
          <p:nvPr/>
        </p:nvSpPr>
        <p:spPr>
          <a:xfrm>
            <a:off x="8726805" y="206248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89" name="Rectangle 1099"/>
          <p:cNvSpPr>
            <a:spLocks noChangeAspect="1"/>
          </p:cNvSpPr>
          <p:nvPr/>
        </p:nvSpPr>
        <p:spPr>
          <a:xfrm>
            <a:off x="8952230" y="206248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90" name="Rectangle 1100"/>
          <p:cNvSpPr>
            <a:spLocks noChangeAspect="1"/>
          </p:cNvSpPr>
          <p:nvPr/>
        </p:nvSpPr>
        <p:spPr>
          <a:xfrm>
            <a:off x="9174480" y="206248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91" name="Rectangle 1101"/>
          <p:cNvSpPr>
            <a:spLocks noChangeAspect="1"/>
          </p:cNvSpPr>
          <p:nvPr/>
        </p:nvSpPr>
        <p:spPr>
          <a:xfrm>
            <a:off x="9399905" y="206248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92" name="Rectangle 1167"/>
          <p:cNvSpPr>
            <a:spLocks noChangeAspect="1"/>
          </p:cNvSpPr>
          <p:nvPr/>
        </p:nvSpPr>
        <p:spPr>
          <a:xfrm>
            <a:off x="9624695" y="206248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93" name="Rectangle 1168"/>
          <p:cNvSpPr>
            <a:spLocks noChangeAspect="1"/>
          </p:cNvSpPr>
          <p:nvPr/>
        </p:nvSpPr>
        <p:spPr>
          <a:xfrm>
            <a:off x="9850120" y="206248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94" name="Rectangle 1169"/>
          <p:cNvSpPr>
            <a:spLocks noChangeAspect="1"/>
          </p:cNvSpPr>
          <p:nvPr/>
        </p:nvSpPr>
        <p:spPr>
          <a:xfrm>
            <a:off x="10074910" y="206248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95" name="Rectangle 1170"/>
          <p:cNvSpPr>
            <a:spLocks noChangeAspect="1"/>
          </p:cNvSpPr>
          <p:nvPr/>
        </p:nvSpPr>
        <p:spPr>
          <a:xfrm>
            <a:off x="10299700" y="206248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96" name="Rectangle 1171"/>
          <p:cNvSpPr>
            <a:spLocks noChangeAspect="1"/>
          </p:cNvSpPr>
          <p:nvPr/>
        </p:nvSpPr>
        <p:spPr>
          <a:xfrm>
            <a:off x="10525125" y="2062480"/>
            <a:ext cx="273050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97" name="Rectangle 1172"/>
          <p:cNvSpPr>
            <a:spLocks noChangeAspect="1"/>
          </p:cNvSpPr>
          <p:nvPr/>
        </p:nvSpPr>
        <p:spPr>
          <a:xfrm>
            <a:off x="8051800" y="184975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98" name="Rectangle 1173"/>
          <p:cNvSpPr>
            <a:spLocks noChangeAspect="1"/>
          </p:cNvSpPr>
          <p:nvPr/>
        </p:nvSpPr>
        <p:spPr>
          <a:xfrm>
            <a:off x="8277225" y="184975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399" name="Rectangle 1174"/>
          <p:cNvSpPr>
            <a:spLocks noChangeAspect="1"/>
          </p:cNvSpPr>
          <p:nvPr/>
        </p:nvSpPr>
        <p:spPr>
          <a:xfrm>
            <a:off x="8502015" y="184975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00" name="Rectangle 1175"/>
          <p:cNvSpPr>
            <a:spLocks noChangeAspect="1"/>
          </p:cNvSpPr>
          <p:nvPr/>
        </p:nvSpPr>
        <p:spPr>
          <a:xfrm>
            <a:off x="8726805" y="184975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01" name="Rectangle 1176"/>
          <p:cNvSpPr>
            <a:spLocks noChangeAspect="1"/>
          </p:cNvSpPr>
          <p:nvPr/>
        </p:nvSpPr>
        <p:spPr>
          <a:xfrm>
            <a:off x="8952230" y="1849755"/>
            <a:ext cx="26733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02" name="Rectangle 1177"/>
          <p:cNvSpPr>
            <a:spLocks noChangeAspect="1"/>
          </p:cNvSpPr>
          <p:nvPr/>
        </p:nvSpPr>
        <p:spPr>
          <a:xfrm>
            <a:off x="9174480" y="184975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03" name="Rectangle 1178"/>
          <p:cNvSpPr>
            <a:spLocks noChangeAspect="1"/>
          </p:cNvSpPr>
          <p:nvPr/>
        </p:nvSpPr>
        <p:spPr>
          <a:xfrm>
            <a:off x="9399905" y="184975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04" name="Rectangle 1179"/>
          <p:cNvSpPr>
            <a:spLocks noChangeAspect="1"/>
          </p:cNvSpPr>
          <p:nvPr/>
        </p:nvSpPr>
        <p:spPr>
          <a:xfrm>
            <a:off x="8726805" y="163639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05" name="Rectangle 1180"/>
          <p:cNvSpPr>
            <a:spLocks noChangeAspect="1"/>
          </p:cNvSpPr>
          <p:nvPr/>
        </p:nvSpPr>
        <p:spPr>
          <a:xfrm>
            <a:off x="8952230" y="1636395"/>
            <a:ext cx="26733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06" name="Rectangle 1181"/>
          <p:cNvSpPr>
            <a:spLocks noChangeAspect="1"/>
          </p:cNvSpPr>
          <p:nvPr/>
        </p:nvSpPr>
        <p:spPr>
          <a:xfrm>
            <a:off x="8502015" y="142303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07" name="Rectangle 1182"/>
          <p:cNvSpPr>
            <a:spLocks noChangeAspect="1"/>
          </p:cNvSpPr>
          <p:nvPr/>
        </p:nvSpPr>
        <p:spPr>
          <a:xfrm>
            <a:off x="9174480" y="4832350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08" name="Rectangle 1183"/>
          <p:cNvSpPr>
            <a:spLocks noChangeAspect="1"/>
          </p:cNvSpPr>
          <p:nvPr/>
        </p:nvSpPr>
        <p:spPr>
          <a:xfrm>
            <a:off x="9854565" y="461962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09" name="Rectangle 1184"/>
          <p:cNvSpPr>
            <a:spLocks noChangeAspect="1"/>
          </p:cNvSpPr>
          <p:nvPr/>
        </p:nvSpPr>
        <p:spPr>
          <a:xfrm>
            <a:off x="10074910" y="461962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410" name="Rectangle 1185"/>
          <p:cNvSpPr>
            <a:spLocks noChangeAspect="1"/>
          </p:cNvSpPr>
          <p:nvPr/>
        </p:nvSpPr>
        <p:spPr>
          <a:xfrm>
            <a:off x="9854565" y="4406265"/>
            <a:ext cx="269875" cy="255905"/>
          </a:xfrm>
          <a:prstGeom prst="star7">
            <a:avLst/>
          </a:prstGeom>
          <a:solidFill>
            <a:srgbClr val="555A5E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61" name="Rectangle 1043"/>
          <p:cNvSpPr>
            <a:spLocks noChangeAspect="1"/>
          </p:cNvSpPr>
          <p:nvPr/>
        </p:nvSpPr>
        <p:spPr>
          <a:xfrm>
            <a:off x="10175875" y="345821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113" name="Rectangle 1043"/>
          <p:cNvSpPr>
            <a:spLocks noChangeAspect="1"/>
          </p:cNvSpPr>
          <p:nvPr/>
        </p:nvSpPr>
        <p:spPr>
          <a:xfrm>
            <a:off x="9906000" y="3884930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  <p:sp>
        <p:nvSpPr>
          <p:cNvPr id="219" name="Rectangle 1043"/>
          <p:cNvSpPr>
            <a:spLocks noChangeAspect="1"/>
          </p:cNvSpPr>
          <p:nvPr/>
        </p:nvSpPr>
        <p:spPr>
          <a:xfrm>
            <a:off x="10088245" y="3714115"/>
            <a:ext cx="269875" cy="255905"/>
          </a:xfrm>
          <a:prstGeom prst="star7">
            <a:avLst/>
          </a:prstGeom>
          <a:solidFill>
            <a:srgbClr val="FFC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ea"/>
              <a:sym typeface="Arial" panose="020B07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Title 20"/>
          <p:cNvSpPr txBox="1"/>
          <p:nvPr/>
        </p:nvSpPr>
        <p:spPr>
          <a:xfrm>
            <a:off x="757238" y="3948431"/>
            <a:ext cx="866775" cy="659765"/>
          </a:xfrm>
          <a:prstGeom prst="rect">
            <a:avLst/>
          </a:prstGeom>
        </p:spPr>
        <p:txBody>
          <a:bodyPr vert="horz" lIns="45714" tIns="22857" rIns="45714" bIns="22857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Open Sans"/>
                <a:sym typeface="Arial" panose="020B0704020202020204" pitchFamily="34" charset="0"/>
              </a:rPr>
              <a:t>01 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Open Sans"/>
              <a:sym typeface="Arial" panose="020B0704020202020204" pitchFamily="34" charset="0"/>
            </a:endParaRPr>
          </a:p>
        </p:txBody>
      </p:sp>
      <p:sp>
        <p:nvSpPr>
          <p:cNvPr id="19465" name="Title 20"/>
          <p:cNvSpPr txBox="1"/>
          <p:nvPr/>
        </p:nvSpPr>
        <p:spPr>
          <a:xfrm>
            <a:off x="4581525" y="3954781"/>
            <a:ext cx="868363" cy="659765"/>
          </a:xfrm>
          <a:prstGeom prst="rect">
            <a:avLst/>
          </a:prstGeom>
          <a:noFill/>
          <a:ln w="9525">
            <a:noFill/>
          </a:ln>
        </p:spPr>
        <p:txBody>
          <a:bodyPr lIns="45714" tIns="22857" rIns="45714" bIns="22857" anchor="ctr">
            <a:spAutoFit/>
          </a:bodyPr>
          <a:p>
            <a:pPr algn="ctr" defTabSz="457200" eaLnBrk="1" hangingPunct="1"/>
            <a:r>
              <a:rPr lang="en-US" altLang="zh-CN" sz="4000" b="1" dirty="0">
                <a:solidFill>
                  <a:srgbClr val="595959"/>
                </a:solidFill>
                <a:latin typeface="Arial" panose="020B0704020202020204" pitchFamily="34" charset="0"/>
                <a:cs typeface="Open Sans" pitchFamily="34" charset="0"/>
                <a:sym typeface="Arial" panose="020B0704020202020204" pitchFamily="34" charset="0"/>
              </a:rPr>
              <a:t>02 </a:t>
            </a:r>
            <a:endParaRPr lang="en-US" altLang="zh-CN" sz="4000" b="1" dirty="0">
              <a:solidFill>
                <a:srgbClr val="595959"/>
              </a:solidFill>
              <a:latin typeface="Arial" panose="020B0704020202020204" pitchFamily="34" charset="0"/>
              <a:ea typeface="Open Sans" pitchFamily="34" charset="0"/>
              <a:cs typeface="Open Sans" pitchFamily="34" charset="0"/>
              <a:sym typeface="Arial" panose="020B0704020202020204" pitchFamily="34" charset="0"/>
            </a:endParaRPr>
          </a:p>
        </p:txBody>
      </p:sp>
      <p:sp>
        <p:nvSpPr>
          <p:cNvPr id="19466" name="Title 20"/>
          <p:cNvSpPr txBox="1"/>
          <p:nvPr/>
        </p:nvSpPr>
        <p:spPr>
          <a:xfrm>
            <a:off x="8172450" y="3945256"/>
            <a:ext cx="866775" cy="659765"/>
          </a:xfrm>
          <a:prstGeom prst="rect">
            <a:avLst/>
          </a:prstGeom>
          <a:noFill/>
          <a:ln w="9525">
            <a:noFill/>
          </a:ln>
        </p:spPr>
        <p:txBody>
          <a:bodyPr lIns="45714" tIns="22857" rIns="45714" bIns="22857" anchor="ctr">
            <a:spAutoFit/>
          </a:bodyPr>
          <a:p>
            <a:pPr algn="ctr" defTabSz="457200" eaLnBrk="1" hangingPunct="1"/>
            <a:r>
              <a:rPr lang="en-US" altLang="zh-CN" sz="4000" b="1" dirty="0">
                <a:solidFill>
                  <a:srgbClr val="595959"/>
                </a:solidFill>
                <a:latin typeface="Arial" panose="020B0704020202020204" pitchFamily="34" charset="0"/>
                <a:cs typeface="Open Sans" pitchFamily="34" charset="0"/>
                <a:sym typeface="Arial" panose="020B0704020202020204" pitchFamily="34" charset="0"/>
              </a:rPr>
              <a:t>03 </a:t>
            </a:r>
            <a:endParaRPr lang="en-US" altLang="zh-CN" sz="4000" b="1" dirty="0">
              <a:solidFill>
                <a:srgbClr val="595959"/>
              </a:solidFill>
              <a:latin typeface="Arial" panose="020B0704020202020204" pitchFamily="34" charset="0"/>
              <a:ea typeface="Open Sans" pitchFamily="34" charset="0"/>
              <a:cs typeface="Open Sans" pitchFamily="34" charset="0"/>
              <a:sym typeface="Arial" panose="020B0704020202020204" pitchFamily="34" charset="0"/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 flipV="1">
            <a:off x="4318001" y="4028916"/>
            <a:ext cx="0" cy="1717040"/>
          </a:xfrm>
          <a:prstGeom prst="line">
            <a:avLst/>
          </a:prstGeom>
          <a:ln w="12700" cmpd="sng">
            <a:solidFill>
              <a:srgbClr val="ADBA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1330960" y="1271905"/>
            <a:ext cx="2180590" cy="2180590"/>
            <a:chOff x="2090" y="2605"/>
            <a:chExt cx="3434" cy="3434"/>
          </a:xfrm>
        </p:grpSpPr>
        <p:sp>
          <p:nvSpPr>
            <p:cNvPr id="3" name="Oval 2"/>
            <p:cNvSpPr/>
            <p:nvPr/>
          </p:nvSpPr>
          <p:spPr>
            <a:xfrm>
              <a:off x="2090" y="2605"/>
              <a:ext cx="3435" cy="343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429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1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52" name="Freeform 91"/>
            <p:cNvSpPr>
              <a:spLocks noChangeArrowheads="1"/>
            </p:cNvSpPr>
            <p:nvPr/>
          </p:nvSpPr>
          <p:spPr bwMode="auto">
            <a:xfrm>
              <a:off x="2998" y="3426"/>
              <a:ext cx="1428" cy="1793"/>
            </a:xfrm>
            <a:custGeom>
              <a:avLst/>
              <a:gdLst>
                <a:gd name="T0" fmla="*/ 192 w 937"/>
                <a:gd name="T1" fmla="*/ 452 h 1171"/>
                <a:gd name="T2" fmla="*/ 192 w 937"/>
                <a:gd name="T3" fmla="*/ 702 h 1171"/>
                <a:gd name="T4" fmla="*/ 744 w 937"/>
                <a:gd name="T5" fmla="*/ 702 h 1171"/>
                <a:gd name="T6" fmla="*/ 744 w 937"/>
                <a:gd name="T7" fmla="*/ 452 h 1171"/>
                <a:gd name="T8" fmla="*/ 744 w 937"/>
                <a:gd name="T9" fmla="*/ 702 h 1171"/>
                <a:gd name="T10" fmla="*/ 694 w 937"/>
                <a:gd name="T11" fmla="*/ 744 h 1171"/>
                <a:gd name="T12" fmla="*/ 552 w 937"/>
                <a:gd name="T13" fmla="*/ 961 h 1171"/>
                <a:gd name="T14" fmla="*/ 476 w 937"/>
                <a:gd name="T15" fmla="*/ 1028 h 1171"/>
                <a:gd name="T16" fmla="*/ 401 w 937"/>
                <a:gd name="T17" fmla="*/ 978 h 1171"/>
                <a:gd name="T18" fmla="*/ 384 w 937"/>
                <a:gd name="T19" fmla="*/ 878 h 1171"/>
                <a:gd name="T20" fmla="*/ 142 w 937"/>
                <a:gd name="T21" fmla="*/ 744 h 1171"/>
                <a:gd name="T22" fmla="*/ 0 w 937"/>
                <a:gd name="T23" fmla="*/ 1062 h 1171"/>
                <a:gd name="T24" fmla="*/ 66 w 937"/>
                <a:gd name="T25" fmla="*/ 1062 h 1171"/>
                <a:gd name="T26" fmla="*/ 317 w 937"/>
                <a:gd name="T27" fmla="*/ 1170 h 1171"/>
                <a:gd name="T28" fmla="*/ 384 w 937"/>
                <a:gd name="T29" fmla="*/ 1062 h 1171"/>
                <a:gd name="T30" fmla="*/ 501 w 937"/>
                <a:gd name="T31" fmla="*/ 1095 h 1171"/>
                <a:gd name="T32" fmla="*/ 618 w 937"/>
                <a:gd name="T33" fmla="*/ 1011 h 1171"/>
                <a:gd name="T34" fmla="*/ 869 w 937"/>
                <a:gd name="T35" fmla="*/ 1170 h 1171"/>
                <a:gd name="T36" fmla="*/ 903 w 937"/>
                <a:gd name="T37" fmla="*/ 1095 h 1171"/>
                <a:gd name="T38" fmla="*/ 936 w 937"/>
                <a:gd name="T39" fmla="*/ 878 h 1171"/>
                <a:gd name="T40" fmla="*/ 744 w 937"/>
                <a:gd name="T41" fmla="*/ 192 h 1171"/>
                <a:gd name="T42" fmla="*/ 409 w 937"/>
                <a:gd name="T43" fmla="*/ 376 h 1171"/>
                <a:gd name="T44" fmla="*/ 309 w 937"/>
                <a:gd name="T45" fmla="*/ 359 h 1171"/>
                <a:gd name="T46" fmla="*/ 460 w 937"/>
                <a:gd name="T47" fmla="*/ 0 h 1171"/>
                <a:gd name="T48" fmla="*/ 376 w 937"/>
                <a:gd name="T49" fmla="*/ 192 h 1171"/>
                <a:gd name="T50" fmla="*/ 301 w 937"/>
                <a:gd name="T51" fmla="*/ 192 h 1171"/>
                <a:gd name="T52" fmla="*/ 376 w 937"/>
                <a:gd name="T53" fmla="*/ 192 h 1171"/>
                <a:gd name="T54" fmla="*/ 460 w 937"/>
                <a:gd name="T55" fmla="*/ 151 h 1171"/>
                <a:gd name="T56" fmla="*/ 460 w 937"/>
                <a:gd name="T57" fmla="*/ 234 h 1171"/>
                <a:gd name="T58" fmla="*/ 627 w 937"/>
                <a:gd name="T59" fmla="*/ 192 h 1171"/>
                <a:gd name="T60" fmla="*/ 543 w 937"/>
                <a:gd name="T61" fmla="*/ 192 h 1171"/>
                <a:gd name="T62" fmla="*/ 627 w 937"/>
                <a:gd name="T63" fmla="*/ 192 h 1171"/>
                <a:gd name="T64" fmla="*/ 627 w 937"/>
                <a:gd name="T65" fmla="*/ 192 h 1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37" h="1171">
                  <a:moveTo>
                    <a:pt x="66" y="577"/>
                  </a:moveTo>
                  <a:cubicBezTo>
                    <a:pt x="66" y="510"/>
                    <a:pt x="125" y="452"/>
                    <a:pt x="192" y="452"/>
                  </a:cubicBezTo>
                  <a:cubicBezTo>
                    <a:pt x="259" y="452"/>
                    <a:pt x="317" y="510"/>
                    <a:pt x="317" y="577"/>
                  </a:cubicBezTo>
                  <a:cubicBezTo>
                    <a:pt x="317" y="644"/>
                    <a:pt x="259" y="702"/>
                    <a:pt x="192" y="702"/>
                  </a:cubicBezTo>
                  <a:cubicBezTo>
                    <a:pt x="125" y="702"/>
                    <a:pt x="66" y="644"/>
                    <a:pt x="66" y="577"/>
                  </a:cubicBezTo>
                  <a:close/>
                  <a:moveTo>
                    <a:pt x="744" y="702"/>
                  </a:moveTo>
                  <a:cubicBezTo>
                    <a:pt x="811" y="702"/>
                    <a:pt x="869" y="644"/>
                    <a:pt x="869" y="577"/>
                  </a:cubicBezTo>
                  <a:cubicBezTo>
                    <a:pt x="869" y="510"/>
                    <a:pt x="811" y="452"/>
                    <a:pt x="744" y="452"/>
                  </a:cubicBezTo>
                  <a:cubicBezTo>
                    <a:pt x="677" y="452"/>
                    <a:pt x="618" y="510"/>
                    <a:pt x="618" y="577"/>
                  </a:cubicBezTo>
                  <a:cubicBezTo>
                    <a:pt x="618" y="644"/>
                    <a:pt x="677" y="702"/>
                    <a:pt x="744" y="702"/>
                  </a:cubicBezTo>
                  <a:close/>
                  <a:moveTo>
                    <a:pt x="802" y="744"/>
                  </a:moveTo>
                  <a:cubicBezTo>
                    <a:pt x="694" y="744"/>
                    <a:pt x="694" y="744"/>
                    <a:pt x="694" y="744"/>
                  </a:cubicBezTo>
                  <a:cubicBezTo>
                    <a:pt x="610" y="744"/>
                    <a:pt x="552" y="803"/>
                    <a:pt x="552" y="878"/>
                  </a:cubicBezTo>
                  <a:cubicBezTo>
                    <a:pt x="552" y="961"/>
                    <a:pt x="552" y="961"/>
                    <a:pt x="552" y="961"/>
                  </a:cubicBezTo>
                  <a:cubicBezTo>
                    <a:pt x="552" y="970"/>
                    <a:pt x="552" y="978"/>
                    <a:pt x="543" y="978"/>
                  </a:cubicBezTo>
                  <a:cubicBezTo>
                    <a:pt x="476" y="1028"/>
                    <a:pt x="476" y="1028"/>
                    <a:pt x="476" y="1028"/>
                  </a:cubicBezTo>
                  <a:cubicBezTo>
                    <a:pt x="468" y="1028"/>
                    <a:pt x="468" y="1028"/>
                    <a:pt x="460" y="1028"/>
                  </a:cubicBezTo>
                  <a:cubicBezTo>
                    <a:pt x="401" y="978"/>
                    <a:pt x="401" y="978"/>
                    <a:pt x="401" y="978"/>
                  </a:cubicBezTo>
                  <a:cubicBezTo>
                    <a:pt x="393" y="978"/>
                    <a:pt x="384" y="970"/>
                    <a:pt x="384" y="961"/>
                  </a:cubicBezTo>
                  <a:cubicBezTo>
                    <a:pt x="384" y="878"/>
                    <a:pt x="384" y="878"/>
                    <a:pt x="384" y="878"/>
                  </a:cubicBezTo>
                  <a:cubicBezTo>
                    <a:pt x="384" y="803"/>
                    <a:pt x="326" y="744"/>
                    <a:pt x="251" y="744"/>
                  </a:cubicBezTo>
                  <a:cubicBezTo>
                    <a:pt x="142" y="744"/>
                    <a:pt x="142" y="744"/>
                    <a:pt x="142" y="744"/>
                  </a:cubicBezTo>
                  <a:cubicBezTo>
                    <a:pt x="58" y="744"/>
                    <a:pt x="0" y="803"/>
                    <a:pt x="0" y="878"/>
                  </a:cubicBezTo>
                  <a:cubicBezTo>
                    <a:pt x="0" y="1062"/>
                    <a:pt x="0" y="1062"/>
                    <a:pt x="0" y="1062"/>
                  </a:cubicBezTo>
                  <a:cubicBezTo>
                    <a:pt x="0" y="1078"/>
                    <a:pt x="16" y="1095"/>
                    <a:pt x="33" y="1095"/>
                  </a:cubicBezTo>
                  <a:cubicBezTo>
                    <a:pt x="50" y="1095"/>
                    <a:pt x="66" y="1078"/>
                    <a:pt x="66" y="1062"/>
                  </a:cubicBezTo>
                  <a:cubicBezTo>
                    <a:pt x="66" y="1170"/>
                    <a:pt x="66" y="1170"/>
                    <a:pt x="66" y="1170"/>
                  </a:cubicBezTo>
                  <a:cubicBezTo>
                    <a:pt x="317" y="1170"/>
                    <a:pt x="317" y="1170"/>
                    <a:pt x="317" y="1170"/>
                  </a:cubicBezTo>
                  <a:cubicBezTo>
                    <a:pt x="317" y="1011"/>
                    <a:pt x="317" y="1011"/>
                    <a:pt x="317" y="1011"/>
                  </a:cubicBezTo>
                  <a:cubicBezTo>
                    <a:pt x="384" y="1062"/>
                    <a:pt x="384" y="1062"/>
                    <a:pt x="384" y="1062"/>
                  </a:cubicBezTo>
                  <a:cubicBezTo>
                    <a:pt x="443" y="1095"/>
                    <a:pt x="443" y="1095"/>
                    <a:pt x="443" y="1095"/>
                  </a:cubicBezTo>
                  <a:cubicBezTo>
                    <a:pt x="460" y="1104"/>
                    <a:pt x="485" y="1104"/>
                    <a:pt x="501" y="1095"/>
                  </a:cubicBezTo>
                  <a:cubicBezTo>
                    <a:pt x="552" y="1062"/>
                    <a:pt x="552" y="1062"/>
                    <a:pt x="552" y="1062"/>
                  </a:cubicBezTo>
                  <a:cubicBezTo>
                    <a:pt x="618" y="1011"/>
                    <a:pt x="618" y="1011"/>
                    <a:pt x="618" y="1011"/>
                  </a:cubicBezTo>
                  <a:cubicBezTo>
                    <a:pt x="618" y="1170"/>
                    <a:pt x="618" y="1170"/>
                    <a:pt x="618" y="1170"/>
                  </a:cubicBezTo>
                  <a:cubicBezTo>
                    <a:pt x="869" y="1170"/>
                    <a:pt x="869" y="1170"/>
                    <a:pt x="869" y="1170"/>
                  </a:cubicBezTo>
                  <a:cubicBezTo>
                    <a:pt x="869" y="1062"/>
                    <a:pt x="869" y="1062"/>
                    <a:pt x="869" y="1062"/>
                  </a:cubicBezTo>
                  <a:cubicBezTo>
                    <a:pt x="869" y="1078"/>
                    <a:pt x="886" y="1095"/>
                    <a:pt x="903" y="1095"/>
                  </a:cubicBezTo>
                  <a:cubicBezTo>
                    <a:pt x="919" y="1095"/>
                    <a:pt x="936" y="1078"/>
                    <a:pt x="936" y="1062"/>
                  </a:cubicBezTo>
                  <a:cubicBezTo>
                    <a:pt x="936" y="878"/>
                    <a:pt x="936" y="878"/>
                    <a:pt x="936" y="878"/>
                  </a:cubicBezTo>
                  <a:cubicBezTo>
                    <a:pt x="936" y="803"/>
                    <a:pt x="878" y="744"/>
                    <a:pt x="802" y="744"/>
                  </a:cubicBezTo>
                  <a:close/>
                  <a:moveTo>
                    <a:pt x="744" y="192"/>
                  </a:moveTo>
                  <a:cubicBezTo>
                    <a:pt x="744" y="293"/>
                    <a:pt x="618" y="385"/>
                    <a:pt x="460" y="385"/>
                  </a:cubicBezTo>
                  <a:cubicBezTo>
                    <a:pt x="434" y="385"/>
                    <a:pt x="418" y="385"/>
                    <a:pt x="409" y="376"/>
                  </a:cubicBezTo>
                  <a:cubicBezTo>
                    <a:pt x="367" y="426"/>
                    <a:pt x="284" y="435"/>
                    <a:pt x="284" y="435"/>
                  </a:cubicBezTo>
                  <a:cubicBezTo>
                    <a:pt x="301" y="401"/>
                    <a:pt x="309" y="376"/>
                    <a:pt x="309" y="359"/>
                  </a:cubicBezTo>
                  <a:cubicBezTo>
                    <a:pt x="225" y="326"/>
                    <a:pt x="167" y="259"/>
                    <a:pt x="167" y="192"/>
                  </a:cubicBezTo>
                  <a:cubicBezTo>
                    <a:pt x="167" y="84"/>
                    <a:pt x="292" y="0"/>
                    <a:pt x="460" y="0"/>
                  </a:cubicBezTo>
                  <a:cubicBezTo>
                    <a:pt x="618" y="0"/>
                    <a:pt x="744" y="84"/>
                    <a:pt x="744" y="192"/>
                  </a:cubicBezTo>
                  <a:close/>
                  <a:moveTo>
                    <a:pt x="376" y="192"/>
                  </a:moveTo>
                  <a:cubicBezTo>
                    <a:pt x="376" y="167"/>
                    <a:pt x="359" y="151"/>
                    <a:pt x="343" y="151"/>
                  </a:cubicBezTo>
                  <a:cubicBezTo>
                    <a:pt x="317" y="151"/>
                    <a:pt x="301" y="167"/>
                    <a:pt x="301" y="192"/>
                  </a:cubicBezTo>
                  <a:cubicBezTo>
                    <a:pt x="301" y="209"/>
                    <a:pt x="317" y="234"/>
                    <a:pt x="343" y="234"/>
                  </a:cubicBezTo>
                  <a:cubicBezTo>
                    <a:pt x="359" y="234"/>
                    <a:pt x="376" y="209"/>
                    <a:pt x="376" y="192"/>
                  </a:cubicBezTo>
                  <a:close/>
                  <a:moveTo>
                    <a:pt x="501" y="192"/>
                  </a:moveTo>
                  <a:cubicBezTo>
                    <a:pt x="501" y="167"/>
                    <a:pt x="485" y="151"/>
                    <a:pt x="460" y="151"/>
                  </a:cubicBezTo>
                  <a:cubicBezTo>
                    <a:pt x="443" y="151"/>
                    <a:pt x="418" y="167"/>
                    <a:pt x="418" y="192"/>
                  </a:cubicBezTo>
                  <a:cubicBezTo>
                    <a:pt x="418" y="209"/>
                    <a:pt x="443" y="234"/>
                    <a:pt x="460" y="234"/>
                  </a:cubicBezTo>
                  <a:cubicBezTo>
                    <a:pt x="485" y="234"/>
                    <a:pt x="501" y="209"/>
                    <a:pt x="501" y="192"/>
                  </a:cubicBezTo>
                  <a:close/>
                  <a:moveTo>
                    <a:pt x="627" y="192"/>
                  </a:moveTo>
                  <a:cubicBezTo>
                    <a:pt x="627" y="167"/>
                    <a:pt x="610" y="151"/>
                    <a:pt x="585" y="151"/>
                  </a:cubicBezTo>
                  <a:cubicBezTo>
                    <a:pt x="560" y="151"/>
                    <a:pt x="543" y="167"/>
                    <a:pt x="543" y="192"/>
                  </a:cubicBezTo>
                  <a:cubicBezTo>
                    <a:pt x="543" y="209"/>
                    <a:pt x="560" y="234"/>
                    <a:pt x="585" y="234"/>
                  </a:cubicBezTo>
                  <a:cubicBezTo>
                    <a:pt x="610" y="234"/>
                    <a:pt x="627" y="209"/>
                    <a:pt x="627" y="192"/>
                  </a:cubicBezTo>
                  <a:close/>
                  <a:moveTo>
                    <a:pt x="627" y="192"/>
                  </a:moveTo>
                  <a:lnTo>
                    <a:pt x="627" y="19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lIns="121910" tIns="60955" rIns="121910" bIns="60955" anchor="ctr"/>
            <a:lstStyle/>
            <a:p>
              <a:pPr marL="0" marR="0" lvl="0" indent="0" algn="l" defTabSz="5429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005705" y="1272540"/>
            <a:ext cx="2180590" cy="2180590"/>
            <a:chOff x="4700" y="2605"/>
            <a:chExt cx="3434" cy="3434"/>
          </a:xfrm>
        </p:grpSpPr>
        <p:sp>
          <p:nvSpPr>
            <p:cNvPr id="4" name="Oval 3"/>
            <p:cNvSpPr/>
            <p:nvPr/>
          </p:nvSpPr>
          <p:spPr>
            <a:xfrm>
              <a:off x="4700" y="2605"/>
              <a:ext cx="3435" cy="3435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429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1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53" name="Freeform 17"/>
            <p:cNvSpPr>
              <a:spLocks noChangeAspect="1" noChangeArrowheads="1"/>
            </p:cNvSpPr>
            <p:nvPr/>
          </p:nvSpPr>
          <p:spPr bwMode="auto">
            <a:xfrm>
              <a:off x="5825" y="3529"/>
              <a:ext cx="1140" cy="1588"/>
            </a:xfrm>
            <a:custGeom>
              <a:avLst/>
              <a:gdLst>
                <a:gd name="T0" fmla="*/ 326 w 503"/>
                <a:gd name="T1" fmla="*/ 142 h 703"/>
                <a:gd name="T2" fmla="*/ 168 w 503"/>
                <a:gd name="T3" fmla="*/ 142 h 703"/>
                <a:gd name="T4" fmla="*/ 168 w 503"/>
                <a:gd name="T5" fmla="*/ 134 h 703"/>
                <a:gd name="T6" fmla="*/ 184 w 503"/>
                <a:gd name="T7" fmla="*/ 125 h 703"/>
                <a:gd name="T8" fmla="*/ 310 w 503"/>
                <a:gd name="T9" fmla="*/ 125 h 703"/>
                <a:gd name="T10" fmla="*/ 343 w 503"/>
                <a:gd name="T11" fmla="*/ 0 h 703"/>
                <a:gd name="T12" fmla="*/ 151 w 503"/>
                <a:gd name="T13" fmla="*/ 0 h 703"/>
                <a:gd name="T14" fmla="*/ 176 w 503"/>
                <a:gd name="T15" fmla="*/ 125 h 703"/>
                <a:gd name="T16" fmla="*/ 67 w 503"/>
                <a:gd name="T17" fmla="*/ 67 h 703"/>
                <a:gd name="T18" fmla="*/ 75 w 503"/>
                <a:gd name="T19" fmla="*/ 84 h 703"/>
                <a:gd name="T20" fmla="*/ 168 w 503"/>
                <a:gd name="T21" fmla="*/ 134 h 703"/>
                <a:gd name="T22" fmla="*/ 92 w 503"/>
                <a:gd name="T23" fmla="*/ 134 h 703"/>
                <a:gd name="T24" fmla="*/ 84 w 503"/>
                <a:gd name="T25" fmla="*/ 142 h 703"/>
                <a:gd name="T26" fmla="*/ 126 w 503"/>
                <a:gd name="T27" fmla="*/ 159 h 703"/>
                <a:gd name="T28" fmla="*/ 151 w 503"/>
                <a:gd name="T29" fmla="*/ 151 h 703"/>
                <a:gd name="T30" fmla="*/ 0 w 503"/>
                <a:gd name="T31" fmla="*/ 460 h 703"/>
                <a:gd name="T32" fmla="*/ 251 w 503"/>
                <a:gd name="T33" fmla="*/ 702 h 703"/>
                <a:gd name="T34" fmla="*/ 502 w 503"/>
                <a:gd name="T35" fmla="*/ 452 h 703"/>
                <a:gd name="T36" fmla="*/ 326 w 503"/>
                <a:gd name="T37" fmla="*/ 142 h 703"/>
                <a:gd name="T38" fmla="*/ 318 w 503"/>
                <a:gd name="T39" fmla="*/ 535 h 703"/>
                <a:gd name="T40" fmla="*/ 276 w 503"/>
                <a:gd name="T41" fmla="*/ 560 h 703"/>
                <a:gd name="T42" fmla="*/ 276 w 503"/>
                <a:gd name="T43" fmla="*/ 602 h 703"/>
                <a:gd name="T44" fmla="*/ 234 w 503"/>
                <a:gd name="T45" fmla="*/ 602 h 703"/>
                <a:gd name="T46" fmla="*/ 226 w 503"/>
                <a:gd name="T47" fmla="*/ 560 h 703"/>
                <a:gd name="T48" fmla="*/ 176 w 503"/>
                <a:gd name="T49" fmla="*/ 535 h 703"/>
                <a:gd name="T50" fmla="*/ 151 w 503"/>
                <a:gd name="T51" fmla="*/ 485 h 703"/>
                <a:gd name="T52" fmla="*/ 151 w 503"/>
                <a:gd name="T53" fmla="*/ 468 h 703"/>
                <a:gd name="T54" fmla="*/ 193 w 503"/>
                <a:gd name="T55" fmla="*/ 468 h 703"/>
                <a:gd name="T56" fmla="*/ 193 w 503"/>
                <a:gd name="T57" fmla="*/ 476 h 703"/>
                <a:gd name="T58" fmla="*/ 209 w 503"/>
                <a:gd name="T59" fmla="*/ 510 h 703"/>
                <a:gd name="T60" fmla="*/ 251 w 503"/>
                <a:gd name="T61" fmla="*/ 527 h 703"/>
                <a:gd name="T62" fmla="*/ 293 w 503"/>
                <a:gd name="T63" fmla="*/ 510 h 703"/>
                <a:gd name="T64" fmla="*/ 310 w 503"/>
                <a:gd name="T65" fmla="*/ 476 h 703"/>
                <a:gd name="T66" fmla="*/ 293 w 503"/>
                <a:gd name="T67" fmla="*/ 443 h 703"/>
                <a:gd name="T68" fmla="*/ 243 w 503"/>
                <a:gd name="T69" fmla="*/ 426 h 703"/>
                <a:gd name="T70" fmla="*/ 184 w 503"/>
                <a:gd name="T71" fmla="*/ 393 h 703"/>
                <a:gd name="T72" fmla="*/ 159 w 503"/>
                <a:gd name="T73" fmla="*/ 351 h 703"/>
                <a:gd name="T74" fmla="*/ 184 w 503"/>
                <a:gd name="T75" fmla="*/ 293 h 703"/>
                <a:gd name="T76" fmla="*/ 226 w 503"/>
                <a:gd name="T77" fmla="*/ 276 h 703"/>
                <a:gd name="T78" fmla="*/ 226 w 503"/>
                <a:gd name="T79" fmla="*/ 234 h 703"/>
                <a:gd name="T80" fmla="*/ 268 w 503"/>
                <a:gd name="T81" fmla="*/ 234 h 703"/>
                <a:gd name="T82" fmla="*/ 268 w 503"/>
                <a:gd name="T83" fmla="*/ 267 h 703"/>
                <a:gd name="T84" fmla="*/ 318 w 503"/>
                <a:gd name="T85" fmla="*/ 293 h 703"/>
                <a:gd name="T86" fmla="*/ 343 w 503"/>
                <a:gd name="T87" fmla="*/ 351 h 703"/>
                <a:gd name="T88" fmla="*/ 301 w 503"/>
                <a:gd name="T89" fmla="*/ 351 h 703"/>
                <a:gd name="T90" fmla="*/ 284 w 503"/>
                <a:gd name="T91" fmla="*/ 318 h 703"/>
                <a:gd name="T92" fmla="*/ 251 w 503"/>
                <a:gd name="T93" fmla="*/ 301 h 703"/>
                <a:gd name="T94" fmla="*/ 218 w 503"/>
                <a:gd name="T95" fmla="*/ 318 h 703"/>
                <a:gd name="T96" fmla="*/ 201 w 503"/>
                <a:gd name="T97" fmla="*/ 343 h 703"/>
                <a:gd name="T98" fmla="*/ 218 w 503"/>
                <a:gd name="T99" fmla="*/ 376 h 703"/>
                <a:gd name="T100" fmla="*/ 260 w 503"/>
                <a:gd name="T101" fmla="*/ 393 h 703"/>
                <a:gd name="T102" fmla="*/ 326 w 503"/>
                <a:gd name="T103" fmla="*/ 426 h 703"/>
                <a:gd name="T104" fmla="*/ 351 w 503"/>
                <a:gd name="T105" fmla="*/ 476 h 703"/>
                <a:gd name="T106" fmla="*/ 318 w 503"/>
                <a:gd name="T107" fmla="*/ 535 h 703"/>
                <a:gd name="T108" fmla="*/ 318 w 503"/>
                <a:gd name="T109" fmla="*/ 535 h 703"/>
                <a:gd name="T110" fmla="*/ 318 w 503"/>
                <a:gd name="T111" fmla="*/ 535 h 7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03" h="703">
                  <a:moveTo>
                    <a:pt x="326" y="142"/>
                  </a:moveTo>
                  <a:cubicBezTo>
                    <a:pt x="168" y="142"/>
                    <a:pt x="168" y="142"/>
                    <a:pt x="168" y="142"/>
                  </a:cubicBezTo>
                  <a:cubicBezTo>
                    <a:pt x="168" y="134"/>
                    <a:pt x="168" y="134"/>
                    <a:pt x="168" y="134"/>
                  </a:cubicBezTo>
                  <a:cubicBezTo>
                    <a:pt x="184" y="125"/>
                    <a:pt x="184" y="125"/>
                    <a:pt x="184" y="125"/>
                  </a:cubicBezTo>
                  <a:cubicBezTo>
                    <a:pt x="310" y="125"/>
                    <a:pt x="310" y="125"/>
                    <a:pt x="310" y="125"/>
                  </a:cubicBezTo>
                  <a:cubicBezTo>
                    <a:pt x="343" y="0"/>
                    <a:pt x="343" y="0"/>
                    <a:pt x="34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76" y="125"/>
                    <a:pt x="176" y="125"/>
                    <a:pt x="176" y="125"/>
                  </a:cubicBezTo>
                  <a:cubicBezTo>
                    <a:pt x="159" y="100"/>
                    <a:pt x="109" y="50"/>
                    <a:pt x="67" y="67"/>
                  </a:cubicBezTo>
                  <a:cubicBezTo>
                    <a:pt x="75" y="84"/>
                    <a:pt x="75" y="84"/>
                    <a:pt x="75" y="84"/>
                  </a:cubicBezTo>
                  <a:cubicBezTo>
                    <a:pt x="109" y="67"/>
                    <a:pt x="159" y="117"/>
                    <a:pt x="168" y="134"/>
                  </a:cubicBezTo>
                  <a:cubicBezTo>
                    <a:pt x="142" y="142"/>
                    <a:pt x="109" y="151"/>
                    <a:pt x="92" y="134"/>
                  </a:cubicBezTo>
                  <a:cubicBezTo>
                    <a:pt x="84" y="142"/>
                    <a:pt x="84" y="142"/>
                    <a:pt x="84" y="142"/>
                  </a:cubicBezTo>
                  <a:cubicBezTo>
                    <a:pt x="92" y="151"/>
                    <a:pt x="109" y="159"/>
                    <a:pt x="126" y="159"/>
                  </a:cubicBezTo>
                  <a:cubicBezTo>
                    <a:pt x="134" y="159"/>
                    <a:pt x="142" y="159"/>
                    <a:pt x="151" y="151"/>
                  </a:cubicBezTo>
                  <a:cubicBezTo>
                    <a:pt x="67" y="217"/>
                    <a:pt x="0" y="351"/>
                    <a:pt x="0" y="460"/>
                  </a:cubicBezTo>
                  <a:cubicBezTo>
                    <a:pt x="0" y="594"/>
                    <a:pt x="117" y="702"/>
                    <a:pt x="251" y="702"/>
                  </a:cubicBezTo>
                  <a:cubicBezTo>
                    <a:pt x="393" y="702"/>
                    <a:pt x="502" y="594"/>
                    <a:pt x="502" y="452"/>
                  </a:cubicBezTo>
                  <a:cubicBezTo>
                    <a:pt x="502" y="343"/>
                    <a:pt x="427" y="192"/>
                    <a:pt x="326" y="142"/>
                  </a:cubicBezTo>
                  <a:close/>
                  <a:moveTo>
                    <a:pt x="318" y="535"/>
                  </a:moveTo>
                  <a:cubicBezTo>
                    <a:pt x="310" y="552"/>
                    <a:pt x="293" y="552"/>
                    <a:pt x="276" y="560"/>
                  </a:cubicBezTo>
                  <a:cubicBezTo>
                    <a:pt x="276" y="602"/>
                    <a:pt x="276" y="602"/>
                    <a:pt x="276" y="602"/>
                  </a:cubicBezTo>
                  <a:cubicBezTo>
                    <a:pt x="234" y="602"/>
                    <a:pt x="234" y="602"/>
                    <a:pt x="234" y="602"/>
                  </a:cubicBezTo>
                  <a:cubicBezTo>
                    <a:pt x="226" y="560"/>
                    <a:pt x="226" y="560"/>
                    <a:pt x="226" y="560"/>
                  </a:cubicBezTo>
                  <a:cubicBezTo>
                    <a:pt x="209" y="560"/>
                    <a:pt x="193" y="552"/>
                    <a:pt x="176" y="535"/>
                  </a:cubicBezTo>
                  <a:cubicBezTo>
                    <a:pt x="159" y="518"/>
                    <a:pt x="151" y="502"/>
                    <a:pt x="151" y="485"/>
                  </a:cubicBezTo>
                  <a:cubicBezTo>
                    <a:pt x="151" y="468"/>
                    <a:pt x="151" y="468"/>
                    <a:pt x="151" y="468"/>
                  </a:cubicBezTo>
                  <a:cubicBezTo>
                    <a:pt x="193" y="468"/>
                    <a:pt x="193" y="468"/>
                    <a:pt x="193" y="468"/>
                  </a:cubicBezTo>
                  <a:cubicBezTo>
                    <a:pt x="193" y="476"/>
                    <a:pt x="193" y="476"/>
                    <a:pt x="193" y="476"/>
                  </a:cubicBezTo>
                  <a:cubicBezTo>
                    <a:pt x="193" y="493"/>
                    <a:pt x="201" y="502"/>
                    <a:pt x="209" y="510"/>
                  </a:cubicBezTo>
                  <a:cubicBezTo>
                    <a:pt x="218" y="518"/>
                    <a:pt x="234" y="527"/>
                    <a:pt x="251" y="527"/>
                  </a:cubicBezTo>
                  <a:cubicBezTo>
                    <a:pt x="268" y="527"/>
                    <a:pt x="284" y="518"/>
                    <a:pt x="293" y="510"/>
                  </a:cubicBezTo>
                  <a:cubicBezTo>
                    <a:pt x="301" y="502"/>
                    <a:pt x="310" y="493"/>
                    <a:pt x="310" y="476"/>
                  </a:cubicBezTo>
                  <a:cubicBezTo>
                    <a:pt x="310" y="460"/>
                    <a:pt x="301" y="452"/>
                    <a:pt x="293" y="443"/>
                  </a:cubicBezTo>
                  <a:cubicBezTo>
                    <a:pt x="284" y="435"/>
                    <a:pt x="268" y="426"/>
                    <a:pt x="243" y="426"/>
                  </a:cubicBezTo>
                  <a:cubicBezTo>
                    <a:pt x="218" y="418"/>
                    <a:pt x="193" y="410"/>
                    <a:pt x="184" y="393"/>
                  </a:cubicBezTo>
                  <a:cubicBezTo>
                    <a:pt x="168" y="385"/>
                    <a:pt x="159" y="368"/>
                    <a:pt x="159" y="351"/>
                  </a:cubicBezTo>
                  <a:cubicBezTo>
                    <a:pt x="159" y="326"/>
                    <a:pt x="168" y="309"/>
                    <a:pt x="184" y="293"/>
                  </a:cubicBezTo>
                  <a:cubicBezTo>
                    <a:pt x="201" y="284"/>
                    <a:pt x="209" y="276"/>
                    <a:pt x="226" y="276"/>
                  </a:cubicBezTo>
                  <a:cubicBezTo>
                    <a:pt x="226" y="234"/>
                    <a:pt x="226" y="234"/>
                    <a:pt x="226" y="234"/>
                  </a:cubicBezTo>
                  <a:cubicBezTo>
                    <a:pt x="268" y="234"/>
                    <a:pt x="268" y="234"/>
                    <a:pt x="268" y="234"/>
                  </a:cubicBezTo>
                  <a:cubicBezTo>
                    <a:pt x="268" y="267"/>
                    <a:pt x="268" y="267"/>
                    <a:pt x="268" y="267"/>
                  </a:cubicBezTo>
                  <a:cubicBezTo>
                    <a:pt x="293" y="276"/>
                    <a:pt x="310" y="276"/>
                    <a:pt x="318" y="293"/>
                  </a:cubicBezTo>
                  <a:cubicBezTo>
                    <a:pt x="335" y="301"/>
                    <a:pt x="343" y="326"/>
                    <a:pt x="343" y="351"/>
                  </a:cubicBezTo>
                  <a:cubicBezTo>
                    <a:pt x="301" y="351"/>
                    <a:pt x="301" y="351"/>
                    <a:pt x="301" y="351"/>
                  </a:cubicBezTo>
                  <a:cubicBezTo>
                    <a:pt x="301" y="334"/>
                    <a:pt x="293" y="326"/>
                    <a:pt x="284" y="318"/>
                  </a:cubicBezTo>
                  <a:cubicBezTo>
                    <a:pt x="284" y="309"/>
                    <a:pt x="268" y="301"/>
                    <a:pt x="251" y="301"/>
                  </a:cubicBezTo>
                  <a:cubicBezTo>
                    <a:pt x="234" y="301"/>
                    <a:pt x="226" y="309"/>
                    <a:pt x="218" y="318"/>
                  </a:cubicBezTo>
                  <a:cubicBezTo>
                    <a:pt x="209" y="326"/>
                    <a:pt x="201" y="334"/>
                    <a:pt x="201" y="343"/>
                  </a:cubicBezTo>
                  <a:cubicBezTo>
                    <a:pt x="201" y="360"/>
                    <a:pt x="209" y="368"/>
                    <a:pt x="218" y="376"/>
                  </a:cubicBezTo>
                  <a:cubicBezTo>
                    <a:pt x="226" y="385"/>
                    <a:pt x="234" y="385"/>
                    <a:pt x="260" y="393"/>
                  </a:cubicBezTo>
                  <a:cubicBezTo>
                    <a:pt x="284" y="401"/>
                    <a:pt x="310" y="410"/>
                    <a:pt x="326" y="426"/>
                  </a:cubicBezTo>
                  <a:cubicBezTo>
                    <a:pt x="343" y="435"/>
                    <a:pt x="351" y="452"/>
                    <a:pt x="351" y="476"/>
                  </a:cubicBezTo>
                  <a:cubicBezTo>
                    <a:pt x="351" y="502"/>
                    <a:pt x="343" y="518"/>
                    <a:pt x="318" y="535"/>
                  </a:cubicBezTo>
                  <a:close/>
                  <a:moveTo>
                    <a:pt x="318" y="535"/>
                  </a:moveTo>
                  <a:lnTo>
                    <a:pt x="318" y="5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lIns="121910" tIns="60955" rIns="121910" bIns="60955" anchor="ctr"/>
            <a:lstStyle/>
            <a:p>
              <a:pPr marL="0" marR="0" lvl="0" indent="0" algn="l" defTabSz="5429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8825230" y="1305560"/>
            <a:ext cx="2180590" cy="2180590"/>
            <a:chOff x="7360" y="2605"/>
            <a:chExt cx="3434" cy="3434"/>
          </a:xfrm>
        </p:grpSpPr>
        <p:sp>
          <p:nvSpPr>
            <p:cNvPr id="5" name="Oval 4"/>
            <p:cNvSpPr/>
            <p:nvPr/>
          </p:nvSpPr>
          <p:spPr>
            <a:xfrm>
              <a:off x="7360" y="2605"/>
              <a:ext cx="3435" cy="343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429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1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67" name="Freeform 106"/>
            <p:cNvSpPr>
              <a:spLocks noChangeArrowheads="1"/>
            </p:cNvSpPr>
            <p:nvPr/>
          </p:nvSpPr>
          <p:spPr bwMode="auto">
            <a:xfrm>
              <a:off x="8510" y="3804"/>
              <a:ext cx="1198" cy="1038"/>
            </a:xfrm>
            <a:custGeom>
              <a:avLst/>
              <a:gdLst>
                <a:gd name="T0" fmla="*/ 502 w 1013"/>
                <a:gd name="T1" fmla="*/ 0 h 879"/>
                <a:gd name="T2" fmla="*/ 0 w 1013"/>
                <a:gd name="T3" fmla="*/ 351 h 879"/>
                <a:gd name="T4" fmla="*/ 193 w 1013"/>
                <a:gd name="T5" fmla="*/ 636 h 879"/>
                <a:gd name="T6" fmla="*/ 92 w 1013"/>
                <a:gd name="T7" fmla="*/ 862 h 879"/>
                <a:gd name="T8" fmla="*/ 92 w 1013"/>
                <a:gd name="T9" fmla="*/ 878 h 879"/>
                <a:gd name="T10" fmla="*/ 101 w 1013"/>
                <a:gd name="T11" fmla="*/ 878 h 879"/>
                <a:gd name="T12" fmla="*/ 109 w 1013"/>
                <a:gd name="T13" fmla="*/ 878 h 879"/>
                <a:gd name="T14" fmla="*/ 485 w 1013"/>
                <a:gd name="T15" fmla="*/ 711 h 879"/>
                <a:gd name="T16" fmla="*/ 502 w 1013"/>
                <a:gd name="T17" fmla="*/ 711 h 879"/>
                <a:gd name="T18" fmla="*/ 1012 w 1013"/>
                <a:gd name="T19" fmla="*/ 351 h 879"/>
                <a:gd name="T20" fmla="*/ 502 w 1013"/>
                <a:gd name="T21" fmla="*/ 0 h 879"/>
                <a:gd name="T22" fmla="*/ 502 w 1013"/>
                <a:gd name="T23" fmla="*/ 0 h 879"/>
                <a:gd name="T24" fmla="*/ 502 w 1013"/>
                <a:gd name="T25" fmla="*/ 0 h 8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13" h="879">
                  <a:moveTo>
                    <a:pt x="502" y="0"/>
                  </a:moveTo>
                  <a:cubicBezTo>
                    <a:pt x="226" y="0"/>
                    <a:pt x="0" y="159"/>
                    <a:pt x="0" y="351"/>
                  </a:cubicBezTo>
                  <a:cubicBezTo>
                    <a:pt x="0" y="469"/>
                    <a:pt x="67" y="569"/>
                    <a:pt x="193" y="636"/>
                  </a:cubicBezTo>
                  <a:cubicBezTo>
                    <a:pt x="176" y="711"/>
                    <a:pt x="142" y="811"/>
                    <a:pt x="92" y="862"/>
                  </a:cubicBezTo>
                  <a:cubicBezTo>
                    <a:pt x="92" y="870"/>
                    <a:pt x="92" y="870"/>
                    <a:pt x="92" y="878"/>
                  </a:cubicBezTo>
                  <a:lnTo>
                    <a:pt x="101" y="878"/>
                  </a:lnTo>
                  <a:lnTo>
                    <a:pt x="109" y="878"/>
                  </a:lnTo>
                  <a:cubicBezTo>
                    <a:pt x="118" y="878"/>
                    <a:pt x="335" y="862"/>
                    <a:pt x="485" y="711"/>
                  </a:cubicBezTo>
                  <a:cubicBezTo>
                    <a:pt x="485" y="711"/>
                    <a:pt x="494" y="711"/>
                    <a:pt x="502" y="711"/>
                  </a:cubicBezTo>
                  <a:cubicBezTo>
                    <a:pt x="786" y="711"/>
                    <a:pt x="1012" y="552"/>
                    <a:pt x="1012" y="351"/>
                  </a:cubicBezTo>
                  <a:cubicBezTo>
                    <a:pt x="1012" y="159"/>
                    <a:pt x="786" y="0"/>
                    <a:pt x="502" y="0"/>
                  </a:cubicBezTo>
                  <a:close/>
                  <a:moveTo>
                    <a:pt x="502" y="0"/>
                  </a:moveTo>
                  <a:lnTo>
                    <a:pt x="50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lIns="121910" tIns="60955" rIns="121910" bIns="60955" anchor="ctr"/>
            <a:lstStyle/>
            <a:p>
              <a:pPr marL="0" marR="0" lvl="0" indent="0" algn="l" defTabSz="5429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</p:grpSp>
      <p:sp>
        <p:nvSpPr>
          <p:cNvPr id="19478" name="TextBox 13"/>
          <p:cNvSpPr txBox="1"/>
          <p:nvPr/>
        </p:nvSpPr>
        <p:spPr>
          <a:xfrm>
            <a:off x="1670050" y="3965575"/>
            <a:ext cx="2365375" cy="249047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marL="0" lvl="1" defTabSz="1216025"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sz="1800" dirty="0">
                <a:solidFill>
                  <a:srgbClr val="555A5E"/>
                </a:solidFill>
                <a:sym typeface="+mn-ea"/>
              </a:rPr>
              <a:t>The map also reveals that the majority of sales occur only in the European zone , with a small number in American region.</a:t>
            </a:r>
            <a:endParaRPr lang="en-US" sz="1800" dirty="0">
              <a:solidFill>
                <a:srgbClr val="555A5E"/>
              </a:solidFill>
            </a:endParaRPr>
          </a:p>
          <a:p>
            <a:pPr defTabSz="1216025" eaLnBrk="1" hangingPunct="1">
              <a:spcBef>
                <a:spcPct val="20000"/>
              </a:spcBef>
            </a:pPr>
            <a:endParaRPr lang="en-US" altLang="en-US" sz="1800" b="1" dirty="0">
              <a:solidFill>
                <a:srgbClr val="555A5E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9482" name="TextBox 13"/>
          <p:cNvSpPr txBox="1"/>
          <p:nvPr/>
        </p:nvSpPr>
        <p:spPr>
          <a:xfrm>
            <a:off x="5561330" y="3902075"/>
            <a:ext cx="1924685" cy="188087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marL="0" lvl="1" defTabSz="1216025"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sz="1800" dirty="0">
                <a:solidFill>
                  <a:srgbClr val="555A5E"/>
                </a:solidFill>
                <a:sym typeface="+mn-ea"/>
              </a:rPr>
              <a:t>Along with Russia, there is no market for the items in Africa or Asia.</a:t>
            </a:r>
            <a:endParaRPr lang="en-US" sz="1800" dirty="0">
              <a:solidFill>
                <a:srgbClr val="555A5E"/>
              </a:solidFill>
            </a:endParaRPr>
          </a:p>
          <a:p>
            <a:pPr defTabSz="1216025" eaLnBrk="1" hangingPunct="1">
              <a:spcBef>
                <a:spcPct val="20000"/>
              </a:spcBef>
            </a:pPr>
            <a:endParaRPr lang="en-US" altLang="zh-CN" sz="1800" b="1" dirty="0">
              <a:solidFill>
                <a:srgbClr val="555A5E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9486" name="TextBox 13"/>
          <p:cNvSpPr txBox="1"/>
          <p:nvPr/>
        </p:nvSpPr>
        <p:spPr>
          <a:xfrm>
            <a:off x="9041130" y="3912870"/>
            <a:ext cx="2306320" cy="25177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marL="0" lvl="1" defTabSz="1216025"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altLang="en-US" sz="1800" dirty="0">
                <a:solidFill>
                  <a:srgbClr val="445469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The company should focus on the European market, developing country-specific strategies to maximize sales there, as well as in Australia and Japan.</a:t>
            </a:r>
            <a:endParaRPr lang="en-US" altLang="en-US" sz="1800" dirty="0">
              <a:solidFill>
                <a:srgbClr val="445469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7803516" y="4028916"/>
            <a:ext cx="0" cy="1717040"/>
          </a:xfrm>
          <a:prstGeom prst="line">
            <a:avLst/>
          </a:prstGeom>
          <a:ln w="12700" cmpd="sng">
            <a:solidFill>
              <a:srgbClr val="ADBA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489857" y="186871"/>
            <a:ext cx="3638550" cy="478155"/>
          </a:xfrm>
        </p:spPr>
        <p:txBody>
          <a:bodyPr/>
          <a:p>
            <a:r>
              <a:rPr lang="en-US" sz="2800"/>
              <a:t>Revenue by Country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椭圆 6"/>
          <p:cNvSpPr/>
          <p:nvPr/>
        </p:nvSpPr>
        <p:spPr>
          <a:xfrm>
            <a:off x="8360410" y="1725295"/>
            <a:ext cx="1156970" cy="11582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791845" y="4312920"/>
            <a:ext cx="1156970" cy="115824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8249285" y="4312920"/>
            <a:ext cx="1156970" cy="115824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33095" y="1671955"/>
            <a:ext cx="3564890" cy="1893570"/>
            <a:chOff x="1247" y="3333"/>
            <a:chExt cx="5614" cy="2982"/>
          </a:xfrm>
        </p:grpSpPr>
        <p:sp>
          <p:nvSpPr>
            <p:cNvPr id="5" name="椭圆 4"/>
            <p:cNvSpPr/>
            <p:nvPr/>
          </p:nvSpPr>
          <p:spPr>
            <a:xfrm>
              <a:off x="1247" y="3333"/>
              <a:ext cx="1822" cy="182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  <a:sym typeface="Arial" panose="020B0704020202020204" pitchFamily="34" charset="0"/>
              </a:endParaRPr>
            </a:p>
          </p:txBody>
        </p:sp>
        <p:sp>
          <p:nvSpPr>
            <p:cNvPr id="23566" name="TextBox 13"/>
            <p:cNvSpPr txBox="1"/>
            <p:nvPr/>
          </p:nvSpPr>
          <p:spPr>
            <a:xfrm>
              <a:off x="3226" y="3534"/>
              <a:ext cx="3635" cy="27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marL="0" lvl="1" defTabSz="1216025" eaLnBrk="1" hangingPunct="1">
                <a:spcBef>
                  <a:spcPct val="20000"/>
                </a:spcBef>
              </a:pPr>
              <a:r>
                <a:rPr lang="en-US" sz="1400" dirty="0">
                  <a:solidFill>
                    <a:srgbClr val="555A5E"/>
                  </a:solidFill>
                  <a:sym typeface="+mn-ea"/>
                </a:rPr>
                <a:t>The company should come up with strategies that aim at stocking and advertising seasonal products to maximize sales when the demand for these goods goes up.</a:t>
              </a:r>
              <a:endParaRPr lang="en-US" sz="1400" dirty="0">
                <a:solidFill>
                  <a:srgbClr val="555A5E"/>
                </a:solidFill>
              </a:endParaRPr>
            </a:p>
            <a:p>
              <a:pPr defTabSz="1216025" eaLnBrk="1" hangingPunct="1">
                <a:spcBef>
                  <a:spcPct val="20000"/>
                </a:spcBef>
              </a:pPr>
              <a:endParaRPr lang="en-US" altLang="x-none" sz="1400" b="1" dirty="0">
                <a:solidFill>
                  <a:srgbClr val="555A5E"/>
                </a:solidFill>
                <a:latin typeface="Arial" panose="020B0704020202020204" pitchFamily="34" charset="0"/>
                <a:sym typeface="Arial" panose="020B0704020202020204" pitchFamily="34" charset="0"/>
              </a:endParaRPr>
            </a:p>
          </p:txBody>
        </p:sp>
      </p:grpSp>
      <p:sp>
        <p:nvSpPr>
          <p:cNvPr id="23570" name="TextBox 13"/>
          <p:cNvSpPr txBox="1"/>
          <p:nvPr/>
        </p:nvSpPr>
        <p:spPr>
          <a:xfrm>
            <a:off x="9646920" y="1831340"/>
            <a:ext cx="1886585" cy="198183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marL="0" lvl="1" defTabSz="1216025" eaLnBrk="1" hangingPunct="1">
              <a:spcBef>
                <a:spcPct val="20000"/>
              </a:spcBef>
            </a:pPr>
            <a:r>
              <a:rPr lang="en-US" sz="1400" dirty="0">
                <a:solidFill>
                  <a:srgbClr val="555A5E"/>
                </a:solidFill>
                <a:sym typeface="+mn-ea"/>
              </a:rPr>
              <a:t>A deeper dive into the type of products and the revenue generated from these products for each region would be key in guiding region specific marketing strategies.</a:t>
            </a:r>
            <a:endParaRPr lang="en-US" sz="1400" dirty="0">
              <a:solidFill>
                <a:srgbClr val="555A5E"/>
              </a:solidFill>
            </a:endParaRPr>
          </a:p>
          <a:p>
            <a:pPr defTabSz="1216025" eaLnBrk="1" hangingPunct="1">
              <a:spcBef>
                <a:spcPct val="20000"/>
              </a:spcBef>
            </a:pPr>
            <a:endParaRPr lang="en-US" altLang="x-none" sz="1400" b="1" dirty="0">
              <a:solidFill>
                <a:srgbClr val="555A5E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23572" name="TextBox 13"/>
          <p:cNvSpPr txBox="1"/>
          <p:nvPr/>
        </p:nvSpPr>
        <p:spPr>
          <a:xfrm>
            <a:off x="2048510" y="4449445"/>
            <a:ext cx="2007870" cy="73850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defTabSz="1216025" eaLnBrk="1" hangingPunct="1">
              <a:spcBef>
                <a:spcPct val="20000"/>
              </a:spcBef>
            </a:pPr>
            <a:r>
              <a:rPr lang="en-US" sz="1600" dirty="0">
                <a:solidFill>
                  <a:srgbClr val="445469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The top 1 customer should be incentivized with a family trip</a:t>
            </a:r>
            <a:endParaRPr lang="en-US" sz="1600" dirty="0">
              <a:solidFill>
                <a:srgbClr val="445469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617085" y="1735455"/>
            <a:ext cx="1156970" cy="115824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505960" y="4342765"/>
            <a:ext cx="1156970" cy="11582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23568" name="TextBox 13"/>
          <p:cNvSpPr txBox="1"/>
          <p:nvPr/>
        </p:nvSpPr>
        <p:spPr>
          <a:xfrm>
            <a:off x="5923915" y="1815465"/>
            <a:ext cx="2204720" cy="176593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marL="0" lvl="1" defTabSz="1216025" eaLnBrk="1" hangingPunct="1">
              <a:spcBef>
                <a:spcPct val="20000"/>
              </a:spcBef>
            </a:pPr>
            <a:r>
              <a:rPr lang="en-US" sz="1400" dirty="0">
                <a:solidFill>
                  <a:srgbClr val="555A5E"/>
                </a:solidFill>
                <a:sym typeface="+mn-ea"/>
              </a:rPr>
              <a:t>The company should do deeper analysis of products that are usually in high demand during low sales months to come up with strategies for marketing these products.</a:t>
            </a:r>
            <a:endParaRPr lang="en-US" sz="1400" dirty="0">
              <a:solidFill>
                <a:srgbClr val="555A5E"/>
              </a:solidFill>
            </a:endParaRPr>
          </a:p>
          <a:p>
            <a:pPr defTabSz="1216025" eaLnBrk="1" hangingPunct="1">
              <a:spcBef>
                <a:spcPct val="20000"/>
              </a:spcBef>
            </a:pPr>
            <a:endParaRPr lang="en-US" altLang="x-none" sz="1400" b="1" dirty="0">
              <a:solidFill>
                <a:srgbClr val="555A5E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23574" name="TextBox 13"/>
          <p:cNvSpPr txBox="1"/>
          <p:nvPr/>
        </p:nvSpPr>
        <p:spPr>
          <a:xfrm>
            <a:off x="5812790" y="4449445"/>
            <a:ext cx="2204720" cy="123063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defTabSz="1216025" eaLnBrk="1" hangingPunct="1">
              <a:spcBef>
                <a:spcPct val="20000"/>
              </a:spcBef>
            </a:pPr>
            <a:r>
              <a:rPr lang="en-US" sz="1600" dirty="0">
                <a:solidFill>
                  <a:srgbClr val="445469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The other top 4 should be incentivized with prizes so other cutomers are motivated to make purchases</a:t>
            </a:r>
            <a:endParaRPr lang="en-US" sz="1600" dirty="0">
              <a:solidFill>
                <a:srgbClr val="445469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23576" name="TextBox 13"/>
          <p:cNvSpPr txBox="1"/>
          <p:nvPr/>
        </p:nvSpPr>
        <p:spPr>
          <a:xfrm>
            <a:off x="9541510" y="4449445"/>
            <a:ext cx="2093595" cy="172339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defTabSz="1216025"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445469"/>
                </a:solidFill>
                <a:latin typeface="Arial" panose="020B0704020202020204" pitchFamily="34" charset="0"/>
                <a:sym typeface="Arial" panose="020B0704020202020204" pitchFamily="34" charset="0"/>
              </a:rPr>
              <a:t>The European market offers significant growth potential, and the company should prioritize strategies to strengthen its market position there.</a:t>
            </a:r>
            <a:endParaRPr lang="en-US" altLang="en-US" sz="1600" dirty="0">
              <a:solidFill>
                <a:srgbClr val="445469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90538" y="234950"/>
            <a:ext cx="2638425" cy="368300"/>
          </a:xfr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DFDFD"/>
                </a:solidFill>
                <a:effectLst/>
                <a:uLnTx/>
                <a:uFillTx/>
                <a:latin typeface="Arial" panose="020B0704020202020204" pitchFamily="34" charset="0"/>
                <a:ea typeface="Microsoft YaHei" panose="020B0503020204020204" pitchFamily="34" charset="-122"/>
                <a:cs typeface="+mn-cs"/>
              </a:rPr>
              <a:t>RECCOMENDATION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FDFDFD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3" name="Freeform 34"/>
          <p:cNvSpPr>
            <a:spLocks noEditPoints="1"/>
          </p:cNvSpPr>
          <p:nvPr/>
        </p:nvSpPr>
        <p:spPr>
          <a:xfrm>
            <a:off x="1126490" y="4675505"/>
            <a:ext cx="499745" cy="382905"/>
          </a:xfrm>
          <a:custGeom>
            <a:avLst/>
            <a:gdLst/>
            <a:ahLst/>
            <a:cxnLst>
              <a:cxn ang="0">
                <a:pos x="53406" y="142911"/>
              </a:cxn>
              <a:cxn ang="0">
                <a:pos x="16146" y="159066"/>
              </a:cxn>
              <a:cxn ang="0">
                <a:pos x="295599" y="72077"/>
              </a:cxn>
              <a:cxn ang="0">
                <a:pos x="299325" y="58407"/>
              </a:cxn>
              <a:cxn ang="0">
                <a:pos x="265790" y="59650"/>
              </a:cxn>
              <a:cxn ang="0">
                <a:pos x="295599" y="72077"/>
              </a:cxn>
              <a:cxn ang="0">
                <a:pos x="305535" y="72077"/>
              </a:cxn>
              <a:cxn ang="0">
                <a:pos x="309261" y="65863"/>
              </a:cxn>
              <a:cxn ang="0">
                <a:pos x="305535" y="201318"/>
              </a:cxn>
              <a:cxn ang="0">
                <a:pos x="315471" y="201318"/>
              </a:cxn>
              <a:cxn ang="0">
                <a:pos x="304293" y="178950"/>
              </a:cxn>
              <a:cxn ang="0">
                <a:pos x="299325" y="178950"/>
              </a:cxn>
              <a:cxn ang="0">
                <a:pos x="279452" y="222444"/>
              </a:cxn>
              <a:cxn ang="0">
                <a:pos x="304293" y="222444"/>
              </a:cxn>
              <a:cxn ang="0">
                <a:pos x="304293" y="178950"/>
              </a:cxn>
              <a:cxn ang="0">
                <a:pos x="170156" y="0"/>
              </a:cxn>
              <a:cxn ang="0">
                <a:pos x="171398" y="72077"/>
              </a:cxn>
              <a:cxn ang="0">
                <a:pos x="449608" y="132970"/>
              </a:cxn>
              <a:cxn ang="0">
                <a:pos x="308019" y="155338"/>
              </a:cxn>
              <a:cxn ang="0">
                <a:pos x="93151" y="274638"/>
              </a:cxn>
              <a:cxn ang="0">
                <a:pos x="171398" y="155338"/>
              </a:cxn>
              <a:cxn ang="0">
                <a:pos x="23598" y="115572"/>
              </a:cxn>
              <a:cxn ang="0">
                <a:pos x="23598" y="86989"/>
              </a:cxn>
              <a:cxn ang="0">
                <a:pos x="26082" y="4971"/>
              </a:cxn>
              <a:cxn ang="0">
                <a:pos x="126685" y="86989"/>
              </a:cxn>
              <a:cxn ang="0">
                <a:pos x="392475" y="94446"/>
              </a:cxn>
              <a:cxn ang="0">
                <a:pos x="449608" y="132970"/>
              </a:cxn>
              <a:cxn ang="0">
                <a:pos x="171398" y="108115"/>
              </a:cxn>
              <a:cxn ang="0">
                <a:pos x="171398" y="129241"/>
              </a:cxn>
              <a:cxn ang="0">
                <a:pos x="218594" y="119300"/>
              </a:cxn>
              <a:cxn ang="0">
                <a:pos x="197480" y="119300"/>
              </a:cxn>
              <a:cxn ang="0">
                <a:pos x="218594" y="119300"/>
              </a:cxn>
              <a:cxn ang="0">
                <a:pos x="243434" y="108115"/>
              </a:cxn>
              <a:cxn ang="0">
                <a:pos x="243434" y="129241"/>
              </a:cxn>
              <a:cxn ang="0">
                <a:pos x="290631" y="119300"/>
              </a:cxn>
              <a:cxn ang="0">
                <a:pos x="269516" y="119300"/>
              </a:cxn>
              <a:cxn ang="0">
                <a:pos x="290631" y="119300"/>
              </a:cxn>
              <a:cxn ang="0">
                <a:pos x="315471" y="108115"/>
              </a:cxn>
              <a:cxn ang="0">
                <a:pos x="315471" y="129241"/>
              </a:cxn>
              <a:cxn ang="0">
                <a:pos x="422284" y="119300"/>
              </a:cxn>
              <a:cxn ang="0">
                <a:pos x="383781" y="113086"/>
              </a:cxn>
              <a:cxn ang="0">
                <a:pos x="422284" y="119300"/>
              </a:cxn>
            </a:cxnLst>
            <a:pathLst>
              <a:path w="363" h="221">
                <a:moveTo>
                  <a:pt x="25" y="108"/>
                </a:moveTo>
                <a:cubicBezTo>
                  <a:pt x="43" y="115"/>
                  <a:pt x="43" y="115"/>
                  <a:pt x="43" y="115"/>
                </a:cubicBezTo>
                <a:cubicBezTo>
                  <a:pt x="26" y="128"/>
                  <a:pt x="26" y="128"/>
                  <a:pt x="26" y="128"/>
                </a:cubicBezTo>
                <a:cubicBezTo>
                  <a:pt x="13" y="128"/>
                  <a:pt x="13" y="128"/>
                  <a:pt x="13" y="128"/>
                </a:cubicBezTo>
                <a:lnTo>
                  <a:pt x="25" y="108"/>
                </a:lnTo>
                <a:close/>
                <a:moveTo>
                  <a:pt x="238" y="58"/>
                </a:moveTo>
                <a:cubicBezTo>
                  <a:pt x="239" y="54"/>
                  <a:pt x="241" y="50"/>
                  <a:pt x="243" y="47"/>
                </a:cubicBezTo>
                <a:cubicBezTo>
                  <a:pt x="243" y="47"/>
                  <a:pt x="242" y="47"/>
                  <a:pt x="241" y="47"/>
                </a:cubicBezTo>
                <a:cubicBezTo>
                  <a:pt x="237" y="47"/>
                  <a:pt x="229" y="47"/>
                  <a:pt x="224" y="47"/>
                </a:cubicBezTo>
                <a:cubicBezTo>
                  <a:pt x="220" y="47"/>
                  <a:pt x="217" y="47"/>
                  <a:pt x="214" y="48"/>
                </a:cubicBezTo>
                <a:cubicBezTo>
                  <a:pt x="226" y="58"/>
                  <a:pt x="226" y="58"/>
                  <a:pt x="226" y="58"/>
                </a:cubicBezTo>
                <a:lnTo>
                  <a:pt x="238" y="58"/>
                </a:lnTo>
                <a:close/>
                <a:moveTo>
                  <a:pt x="249" y="53"/>
                </a:moveTo>
                <a:cubicBezTo>
                  <a:pt x="248" y="53"/>
                  <a:pt x="247" y="55"/>
                  <a:pt x="246" y="58"/>
                </a:cubicBezTo>
                <a:cubicBezTo>
                  <a:pt x="252" y="58"/>
                  <a:pt x="252" y="58"/>
                  <a:pt x="252" y="58"/>
                </a:cubicBezTo>
                <a:cubicBezTo>
                  <a:pt x="251" y="55"/>
                  <a:pt x="250" y="53"/>
                  <a:pt x="249" y="53"/>
                </a:cubicBezTo>
                <a:close/>
                <a:moveTo>
                  <a:pt x="250" y="150"/>
                </a:moveTo>
                <a:cubicBezTo>
                  <a:pt x="249" y="150"/>
                  <a:pt x="246" y="154"/>
                  <a:pt x="246" y="162"/>
                </a:cubicBezTo>
                <a:cubicBezTo>
                  <a:pt x="246" y="169"/>
                  <a:pt x="249" y="173"/>
                  <a:pt x="250" y="173"/>
                </a:cubicBezTo>
                <a:cubicBezTo>
                  <a:pt x="251" y="173"/>
                  <a:pt x="254" y="169"/>
                  <a:pt x="254" y="162"/>
                </a:cubicBezTo>
                <a:cubicBezTo>
                  <a:pt x="254" y="154"/>
                  <a:pt x="251" y="150"/>
                  <a:pt x="250" y="150"/>
                </a:cubicBezTo>
                <a:close/>
                <a:moveTo>
                  <a:pt x="245" y="144"/>
                </a:moveTo>
                <a:cubicBezTo>
                  <a:pt x="244" y="144"/>
                  <a:pt x="243" y="144"/>
                  <a:pt x="243" y="144"/>
                </a:cubicBezTo>
                <a:cubicBezTo>
                  <a:pt x="242" y="144"/>
                  <a:pt x="242" y="144"/>
                  <a:pt x="241" y="144"/>
                </a:cubicBezTo>
                <a:cubicBezTo>
                  <a:pt x="200" y="171"/>
                  <a:pt x="200" y="171"/>
                  <a:pt x="200" y="171"/>
                </a:cubicBezTo>
                <a:cubicBezTo>
                  <a:pt x="205" y="176"/>
                  <a:pt x="214" y="179"/>
                  <a:pt x="225" y="179"/>
                </a:cubicBezTo>
                <a:cubicBezTo>
                  <a:pt x="231" y="179"/>
                  <a:pt x="238" y="179"/>
                  <a:pt x="243" y="179"/>
                </a:cubicBezTo>
                <a:cubicBezTo>
                  <a:pt x="243" y="179"/>
                  <a:pt x="244" y="179"/>
                  <a:pt x="245" y="179"/>
                </a:cubicBezTo>
                <a:cubicBezTo>
                  <a:pt x="241" y="175"/>
                  <a:pt x="238" y="169"/>
                  <a:pt x="238" y="162"/>
                </a:cubicBezTo>
                <a:cubicBezTo>
                  <a:pt x="238" y="154"/>
                  <a:pt x="241" y="148"/>
                  <a:pt x="245" y="144"/>
                </a:cubicBezTo>
                <a:close/>
                <a:moveTo>
                  <a:pt x="208" y="58"/>
                </a:moveTo>
                <a:cubicBezTo>
                  <a:pt x="137" y="0"/>
                  <a:pt x="137" y="0"/>
                  <a:pt x="137" y="0"/>
                </a:cubicBezTo>
                <a:cubicBezTo>
                  <a:pt x="110" y="0"/>
                  <a:pt x="110" y="0"/>
                  <a:pt x="110" y="0"/>
                </a:cubicBezTo>
                <a:cubicBezTo>
                  <a:pt x="110" y="0"/>
                  <a:pt x="133" y="48"/>
                  <a:pt x="138" y="58"/>
                </a:cubicBezTo>
                <a:lnTo>
                  <a:pt x="208" y="58"/>
                </a:lnTo>
                <a:close/>
                <a:moveTo>
                  <a:pt x="362" y="107"/>
                </a:moveTo>
                <a:cubicBezTo>
                  <a:pt x="361" y="119"/>
                  <a:pt x="332" y="125"/>
                  <a:pt x="316" y="125"/>
                </a:cubicBezTo>
                <a:cubicBezTo>
                  <a:pt x="248" y="125"/>
                  <a:pt x="248" y="125"/>
                  <a:pt x="248" y="125"/>
                </a:cubicBezTo>
                <a:cubicBezTo>
                  <a:pt x="102" y="221"/>
                  <a:pt x="102" y="221"/>
                  <a:pt x="102" y="221"/>
                </a:cubicBezTo>
                <a:cubicBezTo>
                  <a:pt x="75" y="221"/>
                  <a:pt x="75" y="221"/>
                  <a:pt x="75" y="221"/>
                </a:cubicBezTo>
                <a:cubicBezTo>
                  <a:pt x="75" y="221"/>
                  <a:pt x="113" y="172"/>
                  <a:pt x="121" y="162"/>
                </a:cubicBezTo>
                <a:cubicBezTo>
                  <a:pt x="127" y="153"/>
                  <a:pt x="138" y="141"/>
                  <a:pt x="13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92" y="125"/>
                  <a:pt x="46" y="103"/>
                  <a:pt x="19" y="93"/>
                </a:cubicBezTo>
                <a:cubicBezTo>
                  <a:pt x="2" y="87"/>
                  <a:pt x="5" y="70"/>
                  <a:pt x="19" y="70"/>
                </a:cubicBezTo>
                <a:cubicBezTo>
                  <a:pt x="19" y="70"/>
                  <a:pt x="19" y="70"/>
                  <a:pt x="19" y="70"/>
                </a:cubicBezTo>
                <a:cubicBezTo>
                  <a:pt x="0" y="4"/>
                  <a:pt x="0" y="4"/>
                  <a:pt x="0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4"/>
                  <a:pt x="46" y="37"/>
                  <a:pt x="54" y="47"/>
                </a:cubicBezTo>
                <a:cubicBezTo>
                  <a:pt x="66" y="61"/>
                  <a:pt x="81" y="69"/>
                  <a:pt x="102" y="70"/>
                </a:cubicBezTo>
                <a:cubicBezTo>
                  <a:pt x="280" y="70"/>
                  <a:pt x="280" y="70"/>
                  <a:pt x="280" y="70"/>
                </a:cubicBezTo>
                <a:cubicBezTo>
                  <a:pt x="293" y="70"/>
                  <a:pt x="305" y="72"/>
                  <a:pt x="316" y="76"/>
                </a:cubicBezTo>
                <a:cubicBezTo>
                  <a:pt x="337" y="83"/>
                  <a:pt x="350" y="91"/>
                  <a:pt x="358" y="99"/>
                </a:cubicBezTo>
                <a:cubicBezTo>
                  <a:pt x="362" y="102"/>
                  <a:pt x="363" y="105"/>
                  <a:pt x="362" y="107"/>
                </a:cubicBezTo>
                <a:close/>
                <a:moveTo>
                  <a:pt x="147" y="96"/>
                </a:moveTo>
                <a:cubicBezTo>
                  <a:pt x="147" y="91"/>
                  <a:pt x="143" y="87"/>
                  <a:pt x="138" y="87"/>
                </a:cubicBezTo>
                <a:cubicBezTo>
                  <a:pt x="134" y="87"/>
                  <a:pt x="130" y="91"/>
                  <a:pt x="130" y="96"/>
                </a:cubicBezTo>
                <a:cubicBezTo>
                  <a:pt x="130" y="100"/>
                  <a:pt x="134" y="104"/>
                  <a:pt x="138" y="104"/>
                </a:cubicBezTo>
                <a:cubicBezTo>
                  <a:pt x="143" y="104"/>
                  <a:pt x="147" y="100"/>
                  <a:pt x="147" y="96"/>
                </a:cubicBezTo>
                <a:close/>
                <a:moveTo>
                  <a:pt x="176" y="96"/>
                </a:moveTo>
                <a:cubicBezTo>
                  <a:pt x="176" y="91"/>
                  <a:pt x="172" y="87"/>
                  <a:pt x="167" y="87"/>
                </a:cubicBezTo>
                <a:cubicBezTo>
                  <a:pt x="162" y="87"/>
                  <a:pt x="159" y="91"/>
                  <a:pt x="159" y="96"/>
                </a:cubicBezTo>
                <a:cubicBezTo>
                  <a:pt x="159" y="100"/>
                  <a:pt x="162" y="104"/>
                  <a:pt x="167" y="104"/>
                </a:cubicBezTo>
                <a:cubicBezTo>
                  <a:pt x="172" y="104"/>
                  <a:pt x="176" y="100"/>
                  <a:pt x="176" y="96"/>
                </a:cubicBezTo>
                <a:close/>
                <a:moveTo>
                  <a:pt x="205" y="96"/>
                </a:moveTo>
                <a:cubicBezTo>
                  <a:pt x="205" y="91"/>
                  <a:pt x="201" y="87"/>
                  <a:pt x="196" y="87"/>
                </a:cubicBezTo>
                <a:cubicBezTo>
                  <a:pt x="191" y="87"/>
                  <a:pt x="188" y="91"/>
                  <a:pt x="188" y="96"/>
                </a:cubicBezTo>
                <a:cubicBezTo>
                  <a:pt x="188" y="100"/>
                  <a:pt x="191" y="104"/>
                  <a:pt x="196" y="104"/>
                </a:cubicBezTo>
                <a:cubicBezTo>
                  <a:pt x="201" y="104"/>
                  <a:pt x="205" y="100"/>
                  <a:pt x="205" y="96"/>
                </a:cubicBezTo>
                <a:close/>
                <a:moveTo>
                  <a:pt x="234" y="96"/>
                </a:moveTo>
                <a:cubicBezTo>
                  <a:pt x="234" y="91"/>
                  <a:pt x="230" y="87"/>
                  <a:pt x="225" y="87"/>
                </a:cubicBezTo>
                <a:cubicBezTo>
                  <a:pt x="220" y="87"/>
                  <a:pt x="217" y="91"/>
                  <a:pt x="217" y="96"/>
                </a:cubicBezTo>
                <a:cubicBezTo>
                  <a:pt x="217" y="100"/>
                  <a:pt x="220" y="104"/>
                  <a:pt x="225" y="104"/>
                </a:cubicBezTo>
                <a:cubicBezTo>
                  <a:pt x="230" y="104"/>
                  <a:pt x="234" y="100"/>
                  <a:pt x="234" y="96"/>
                </a:cubicBezTo>
                <a:close/>
                <a:moveTo>
                  <a:pt x="262" y="96"/>
                </a:moveTo>
                <a:cubicBezTo>
                  <a:pt x="262" y="91"/>
                  <a:pt x="259" y="87"/>
                  <a:pt x="254" y="87"/>
                </a:cubicBezTo>
                <a:cubicBezTo>
                  <a:pt x="249" y="87"/>
                  <a:pt x="245" y="91"/>
                  <a:pt x="245" y="96"/>
                </a:cubicBezTo>
                <a:cubicBezTo>
                  <a:pt x="245" y="100"/>
                  <a:pt x="249" y="104"/>
                  <a:pt x="254" y="104"/>
                </a:cubicBezTo>
                <a:cubicBezTo>
                  <a:pt x="259" y="104"/>
                  <a:pt x="262" y="100"/>
                  <a:pt x="262" y="96"/>
                </a:cubicBezTo>
                <a:close/>
                <a:moveTo>
                  <a:pt x="340" y="96"/>
                </a:moveTo>
                <a:cubicBezTo>
                  <a:pt x="336" y="94"/>
                  <a:pt x="331" y="91"/>
                  <a:pt x="325" y="89"/>
                </a:cubicBezTo>
                <a:cubicBezTo>
                  <a:pt x="322" y="90"/>
                  <a:pt x="316" y="91"/>
                  <a:pt x="309" y="91"/>
                </a:cubicBezTo>
                <a:cubicBezTo>
                  <a:pt x="300" y="91"/>
                  <a:pt x="300" y="104"/>
                  <a:pt x="310" y="105"/>
                </a:cubicBezTo>
                <a:cubicBezTo>
                  <a:pt x="322" y="105"/>
                  <a:pt x="335" y="101"/>
                  <a:pt x="340" y="96"/>
                </a:cubicBezTo>
                <a:close/>
              </a:path>
            </a:pathLst>
          </a:custGeom>
          <a:solidFill>
            <a:schemeClr val="bg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96" name="Freeform 34"/>
          <p:cNvSpPr>
            <a:spLocks noChangeArrowheads="1"/>
          </p:cNvSpPr>
          <p:nvPr/>
        </p:nvSpPr>
        <p:spPr bwMode="auto">
          <a:xfrm>
            <a:off x="962025" y="1998980"/>
            <a:ext cx="487680" cy="514985"/>
          </a:xfrm>
          <a:custGeom>
            <a:avLst/>
            <a:gdLst>
              <a:gd name="T0" fmla="*/ 207002 w 602"/>
              <a:gd name="T1" fmla="*/ 40594 h 601"/>
              <a:gd name="T2" fmla="*/ 207002 w 602"/>
              <a:gd name="T3" fmla="*/ 40594 h 601"/>
              <a:gd name="T4" fmla="*/ 196526 w 602"/>
              <a:gd name="T5" fmla="*/ 40594 h 601"/>
              <a:gd name="T6" fmla="*/ 196526 w 602"/>
              <a:gd name="T7" fmla="*/ 96275 h 601"/>
              <a:gd name="T8" fmla="*/ 196526 w 602"/>
              <a:gd name="T9" fmla="*/ 144412 h 601"/>
              <a:gd name="T10" fmla="*/ 196526 w 602"/>
              <a:gd name="T11" fmla="*/ 154830 h 601"/>
              <a:gd name="T12" fmla="*/ 186411 w 602"/>
              <a:gd name="T13" fmla="*/ 164889 h 601"/>
              <a:gd name="T14" fmla="*/ 132944 w 602"/>
              <a:gd name="T15" fmla="*/ 164889 h 601"/>
              <a:gd name="T16" fmla="*/ 166180 w 602"/>
              <a:gd name="T17" fmla="*/ 197938 h 601"/>
              <a:gd name="T18" fmla="*/ 166180 w 602"/>
              <a:gd name="T19" fmla="*/ 197938 h 601"/>
              <a:gd name="T20" fmla="*/ 168709 w 602"/>
              <a:gd name="T21" fmla="*/ 205482 h 601"/>
              <a:gd name="T22" fmla="*/ 158232 w 602"/>
              <a:gd name="T23" fmla="*/ 215541 h 601"/>
              <a:gd name="T24" fmla="*/ 153175 w 602"/>
              <a:gd name="T25" fmla="*/ 213026 h 601"/>
              <a:gd name="T26" fmla="*/ 153175 w 602"/>
              <a:gd name="T27" fmla="*/ 213026 h 601"/>
              <a:gd name="T28" fmla="*/ 117410 w 602"/>
              <a:gd name="T29" fmla="*/ 180336 h 601"/>
              <a:gd name="T30" fmla="*/ 117410 w 602"/>
              <a:gd name="T31" fmla="*/ 205482 h 601"/>
              <a:gd name="T32" fmla="*/ 107294 w 602"/>
              <a:gd name="T33" fmla="*/ 215541 h 601"/>
              <a:gd name="T34" fmla="*/ 97179 w 602"/>
              <a:gd name="T35" fmla="*/ 205482 h 601"/>
              <a:gd name="T36" fmla="*/ 97179 w 602"/>
              <a:gd name="T37" fmla="*/ 180336 h 601"/>
              <a:gd name="T38" fmla="*/ 63943 w 602"/>
              <a:gd name="T39" fmla="*/ 213026 h 601"/>
              <a:gd name="T40" fmla="*/ 63943 w 602"/>
              <a:gd name="T41" fmla="*/ 213026 h 601"/>
              <a:gd name="T42" fmla="*/ 56357 w 602"/>
              <a:gd name="T43" fmla="*/ 215541 h 601"/>
              <a:gd name="T44" fmla="*/ 45880 w 602"/>
              <a:gd name="T45" fmla="*/ 205482 h 601"/>
              <a:gd name="T46" fmla="*/ 51299 w 602"/>
              <a:gd name="T47" fmla="*/ 197938 h 601"/>
              <a:gd name="T48" fmla="*/ 51299 w 602"/>
              <a:gd name="T49" fmla="*/ 197938 h 601"/>
              <a:gd name="T50" fmla="*/ 84174 w 602"/>
              <a:gd name="T51" fmla="*/ 164889 h 601"/>
              <a:gd name="T52" fmla="*/ 30707 w 602"/>
              <a:gd name="T53" fmla="*/ 164889 h 601"/>
              <a:gd name="T54" fmla="*/ 20592 w 602"/>
              <a:gd name="T55" fmla="*/ 154830 h 601"/>
              <a:gd name="T56" fmla="*/ 20592 w 602"/>
              <a:gd name="T57" fmla="*/ 144412 h 601"/>
              <a:gd name="T58" fmla="*/ 20592 w 602"/>
              <a:gd name="T59" fmla="*/ 96275 h 601"/>
              <a:gd name="T60" fmla="*/ 20592 w 602"/>
              <a:gd name="T61" fmla="*/ 40594 h 601"/>
              <a:gd name="T62" fmla="*/ 10477 w 602"/>
              <a:gd name="T63" fmla="*/ 40594 h 601"/>
              <a:gd name="T64" fmla="*/ 0 w 602"/>
              <a:gd name="T65" fmla="*/ 30176 h 601"/>
              <a:gd name="T66" fmla="*/ 10477 w 602"/>
              <a:gd name="T67" fmla="*/ 20117 h 601"/>
              <a:gd name="T68" fmla="*/ 97179 w 602"/>
              <a:gd name="T69" fmla="*/ 20117 h 601"/>
              <a:gd name="T70" fmla="*/ 97179 w 602"/>
              <a:gd name="T71" fmla="*/ 10059 h 601"/>
              <a:gd name="T72" fmla="*/ 107294 w 602"/>
              <a:gd name="T73" fmla="*/ 0 h 601"/>
              <a:gd name="T74" fmla="*/ 117410 w 602"/>
              <a:gd name="T75" fmla="*/ 10059 h 601"/>
              <a:gd name="T76" fmla="*/ 117410 w 602"/>
              <a:gd name="T77" fmla="*/ 20117 h 601"/>
              <a:gd name="T78" fmla="*/ 207002 w 602"/>
              <a:gd name="T79" fmla="*/ 20117 h 601"/>
              <a:gd name="T80" fmla="*/ 217118 w 602"/>
              <a:gd name="T81" fmla="*/ 30176 h 601"/>
              <a:gd name="T82" fmla="*/ 207002 w 602"/>
              <a:gd name="T83" fmla="*/ 40594 h 601"/>
              <a:gd name="T84" fmla="*/ 176295 w 602"/>
              <a:gd name="T85" fmla="*/ 86216 h 601"/>
              <a:gd name="T86" fmla="*/ 176295 w 602"/>
              <a:gd name="T87" fmla="*/ 86216 h 601"/>
              <a:gd name="T88" fmla="*/ 176295 w 602"/>
              <a:gd name="T89" fmla="*/ 76158 h 601"/>
              <a:gd name="T90" fmla="*/ 176295 w 602"/>
              <a:gd name="T91" fmla="*/ 40594 h 601"/>
              <a:gd name="T92" fmla="*/ 40822 w 602"/>
              <a:gd name="T93" fmla="*/ 40594 h 601"/>
              <a:gd name="T94" fmla="*/ 40822 w 602"/>
              <a:gd name="T95" fmla="*/ 76158 h 601"/>
              <a:gd name="T96" fmla="*/ 40822 w 602"/>
              <a:gd name="T97" fmla="*/ 86216 h 601"/>
              <a:gd name="T98" fmla="*/ 40822 w 602"/>
              <a:gd name="T99" fmla="*/ 144412 h 601"/>
              <a:gd name="T100" fmla="*/ 176295 w 602"/>
              <a:gd name="T101" fmla="*/ 144412 h 601"/>
              <a:gd name="T102" fmla="*/ 176295 w 602"/>
              <a:gd name="T103" fmla="*/ 86216 h 601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602" h="601">
                <a:moveTo>
                  <a:pt x="573" y="113"/>
                </a:moveTo>
                <a:lnTo>
                  <a:pt x="573" y="113"/>
                </a:lnTo>
                <a:cubicBezTo>
                  <a:pt x="544" y="113"/>
                  <a:pt x="544" y="113"/>
                  <a:pt x="544" y="113"/>
                </a:cubicBezTo>
                <a:cubicBezTo>
                  <a:pt x="544" y="268"/>
                  <a:pt x="544" y="268"/>
                  <a:pt x="544" y="268"/>
                </a:cubicBezTo>
                <a:cubicBezTo>
                  <a:pt x="544" y="402"/>
                  <a:pt x="544" y="402"/>
                  <a:pt x="544" y="402"/>
                </a:cubicBezTo>
                <a:cubicBezTo>
                  <a:pt x="544" y="431"/>
                  <a:pt x="544" y="431"/>
                  <a:pt x="544" y="431"/>
                </a:cubicBezTo>
                <a:cubicBezTo>
                  <a:pt x="544" y="445"/>
                  <a:pt x="530" y="459"/>
                  <a:pt x="516" y="459"/>
                </a:cubicBezTo>
                <a:cubicBezTo>
                  <a:pt x="368" y="459"/>
                  <a:pt x="368" y="459"/>
                  <a:pt x="368" y="459"/>
                </a:cubicBezTo>
                <a:cubicBezTo>
                  <a:pt x="460" y="551"/>
                  <a:pt x="460" y="551"/>
                  <a:pt x="460" y="551"/>
                </a:cubicBezTo>
                <a:cubicBezTo>
                  <a:pt x="467" y="558"/>
                  <a:pt x="467" y="565"/>
                  <a:pt x="467" y="572"/>
                </a:cubicBezTo>
                <a:cubicBezTo>
                  <a:pt x="467" y="586"/>
                  <a:pt x="460" y="600"/>
                  <a:pt x="438" y="600"/>
                </a:cubicBezTo>
                <a:cubicBezTo>
                  <a:pt x="431" y="600"/>
                  <a:pt x="424" y="600"/>
                  <a:pt x="424" y="593"/>
                </a:cubicBezTo>
                <a:cubicBezTo>
                  <a:pt x="325" y="502"/>
                  <a:pt x="325" y="502"/>
                  <a:pt x="325" y="502"/>
                </a:cubicBezTo>
                <a:cubicBezTo>
                  <a:pt x="325" y="572"/>
                  <a:pt x="325" y="572"/>
                  <a:pt x="325" y="572"/>
                </a:cubicBezTo>
                <a:cubicBezTo>
                  <a:pt x="325" y="586"/>
                  <a:pt x="318" y="600"/>
                  <a:pt x="297" y="600"/>
                </a:cubicBezTo>
                <a:cubicBezTo>
                  <a:pt x="283" y="600"/>
                  <a:pt x="269" y="586"/>
                  <a:pt x="269" y="572"/>
                </a:cubicBezTo>
                <a:cubicBezTo>
                  <a:pt x="269" y="502"/>
                  <a:pt x="269" y="502"/>
                  <a:pt x="269" y="502"/>
                </a:cubicBezTo>
                <a:cubicBezTo>
                  <a:pt x="177" y="593"/>
                  <a:pt x="177" y="593"/>
                  <a:pt x="177" y="593"/>
                </a:cubicBezTo>
                <a:cubicBezTo>
                  <a:pt x="170" y="600"/>
                  <a:pt x="163" y="600"/>
                  <a:pt x="156" y="600"/>
                </a:cubicBezTo>
                <a:cubicBezTo>
                  <a:pt x="142" y="600"/>
                  <a:pt x="127" y="586"/>
                  <a:pt x="127" y="572"/>
                </a:cubicBezTo>
                <a:cubicBezTo>
                  <a:pt x="127" y="565"/>
                  <a:pt x="135" y="558"/>
                  <a:pt x="142" y="551"/>
                </a:cubicBezTo>
                <a:cubicBezTo>
                  <a:pt x="233" y="459"/>
                  <a:pt x="233" y="459"/>
                  <a:pt x="233" y="459"/>
                </a:cubicBezTo>
                <a:cubicBezTo>
                  <a:pt x="85" y="459"/>
                  <a:pt x="85" y="459"/>
                  <a:pt x="85" y="459"/>
                </a:cubicBezTo>
                <a:cubicBezTo>
                  <a:pt x="64" y="459"/>
                  <a:pt x="57" y="445"/>
                  <a:pt x="57" y="431"/>
                </a:cubicBezTo>
                <a:cubicBezTo>
                  <a:pt x="57" y="402"/>
                  <a:pt x="57" y="402"/>
                  <a:pt x="57" y="402"/>
                </a:cubicBezTo>
                <a:cubicBezTo>
                  <a:pt x="57" y="268"/>
                  <a:pt x="57" y="268"/>
                  <a:pt x="57" y="268"/>
                </a:cubicBezTo>
                <a:cubicBezTo>
                  <a:pt x="57" y="113"/>
                  <a:pt x="57" y="113"/>
                  <a:pt x="57" y="113"/>
                </a:cubicBezTo>
                <a:cubicBezTo>
                  <a:pt x="29" y="113"/>
                  <a:pt x="29" y="113"/>
                  <a:pt x="29" y="113"/>
                </a:cubicBezTo>
                <a:cubicBezTo>
                  <a:pt x="7" y="113"/>
                  <a:pt x="0" y="98"/>
                  <a:pt x="0" y="84"/>
                </a:cubicBezTo>
                <a:cubicBezTo>
                  <a:pt x="0" y="63"/>
                  <a:pt x="7" y="56"/>
                  <a:pt x="29" y="56"/>
                </a:cubicBezTo>
                <a:cubicBezTo>
                  <a:pt x="269" y="56"/>
                  <a:pt x="269" y="56"/>
                  <a:pt x="269" y="56"/>
                </a:cubicBezTo>
                <a:cubicBezTo>
                  <a:pt x="269" y="28"/>
                  <a:pt x="269" y="28"/>
                  <a:pt x="269" y="28"/>
                </a:cubicBezTo>
                <a:cubicBezTo>
                  <a:pt x="269" y="7"/>
                  <a:pt x="283" y="0"/>
                  <a:pt x="297" y="0"/>
                </a:cubicBezTo>
                <a:cubicBezTo>
                  <a:pt x="318" y="0"/>
                  <a:pt x="325" y="7"/>
                  <a:pt x="325" y="28"/>
                </a:cubicBezTo>
                <a:cubicBezTo>
                  <a:pt x="325" y="56"/>
                  <a:pt x="325" y="56"/>
                  <a:pt x="325" y="56"/>
                </a:cubicBezTo>
                <a:cubicBezTo>
                  <a:pt x="573" y="56"/>
                  <a:pt x="573" y="56"/>
                  <a:pt x="573" y="56"/>
                </a:cubicBezTo>
                <a:cubicBezTo>
                  <a:pt x="587" y="56"/>
                  <a:pt x="601" y="63"/>
                  <a:pt x="601" y="84"/>
                </a:cubicBezTo>
                <a:cubicBezTo>
                  <a:pt x="601" y="98"/>
                  <a:pt x="587" y="113"/>
                  <a:pt x="573" y="113"/>
                </a:cubicBezTo>
                <a:close/>
                <a:moveTo>
                  <a:pt x="488" y="240"/>
                </a:moveTo>
                <a:lnTo>
                  <a:pt x="488" y="240"/>
                </a:lnTo>
                <a:cubicBezTo>
                  <a:pt x="488" y="212"/>
                  <a:pt x="488" y="212"/>
                  <a:pt x="488" y="212"/>
                </a:cubicBezTo>
                <a:cubicBezTo>
                  <a:pt x="488" y="113"/>
                  <a:pt x="488" y="113"/>
                  <a:pt x="488" y="113"/>
                </a:cubicBezTo>
                <a:cubicBezTo>
                  <a:pt x="113" y="113"/>
                  <a:pt x="113" y="113"/>
                  <a:pt x="113" y="113"/>
                </a:cubicBezTo>
                <a:cubicBezTo>
                  <a:pt x="113" y="212"/>
                  <a:pt x="113" y="212"/>
                  <a:pt x="113" y="212"/>
                </a:cubicBezTo>
                <a:cubicBezTo>
                  <a:pt x="113" y="240"/>
                  <a:pt x="113" y="240"/>
                  <a:pt x="113" y="240"/>
                </a:cubicBezTo>
                <a:cubicBezTo>
                  <a:pt x="113" y="402"/>
                  <a:pt x="113" y="402"/>
                  <a:pt x="113" y="402"/>
                </a:cubicBezTo>
                <a:cubicBezTo>
                  <a:pt x="488" y="402"/>
                  <a:pt x="488" y="402"/>
                  <a:pt x="488" y="402"/>
                </a:cubicBezTo>
                <a:lnTo>
                  <a:pt x="488" y="240"/>
                </a:lnTo>
                <a:close/>
              </a:path>
            </a:pathLst>
          </a:custGeom>
          <a:solidFill>
            <a:srgbClr val="FDFDF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beve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6" name="Picture 15"/>
          <p:cNvPicPr/>
          <p:nvPr/>
        </p:nvPicPr>
        <p:blipFill>
          <a:blip r:embed="rId1"/>
          <a:stretch>
            <a:fillRect/>
          </a:stretch>
        </p:blipFill>
        <p:spPr>
          <a:xfrm>
            <a:off x="4937760" y="2047240"/>
            <a:ext cx="488950" cy="514985"/>
          </a:xfrm>
          <a:prstGeom prst="rect">
            <a:avLst/>
          </a:prstGeom>
        </p:spPr>
      </p:pic>
      <p:sp>
        <p:nvSpPr>
          <p:cNvPr id="53" name="Freeform 17"/>
          <p:cNvSpPr>
            <a:spLocks noChangeAspect="1" noChangeArrowheads="1"/>
          </p:cNvSpPr>
          <p:nvPr/>
        </p:nvSpPr>
        <p:spPr bwMode="auto">
          <a:xfrm>
            <a:off x="8695690" y="1948815"/>
            <a:ext cx="488315" cy="680085"/>
          </a:xfrm>
          <a:custGeom>
            <a:avLst/>
            <a:gdLst>
              <a:gd name="T0" fmla="*/ 326 w 503"/>
              <a:gd name="T1" fmla="*/ 142 h 703"/>
              <a:gd name="T2" fmla="*/ 168 w 503"/>
              <a:gd name="T3" fmla="*/ 142 h 703"/>
              <a:gd name="T4" fmla="*/ 168 w 503"/>
              <a:gd name="T5" fmla="*/ 134 h 703"/>
              <a:gd name="T6" fmla="*/ 184 w 503"/>
              <a:gd name="T7" fmla="*/ 125 h 703"/>
              <a:gd name="T8" fmla="*/ 310 w 503"/>
              <a:gd name="T9" fmla="*/ 125 h 703"/>
              <a:gd name="T10" fmla="*/ 343 w 503"/>
              <a:gd name="T11" fmla="*/ 0 h 703"/>
              <a:gd name="T12" fmla="*/ 151 w 503"/>
              <a:gd name="T13" fmla="*/ 0 h 703"/>
              <a:gd name="T14" fmla="*/ 176 w 503"/>
              <a:gd name="T15" fmla="*/ 125 h 703"/>
              <a:gd name="T16" fmla="*/ 67 w 503"/>
              <a:gd name="T17" fmla="*/ 67 h 703"/>
              <a:gd name="T18" fmla="*/ 75 w 503"/>
              <a:gd name="T19" fmla="*/ 84 h 703"/>
              <a:gd name="T20" fmla="*/ 168 w 503"/>
              <a:gd name="T21" fmla="*/ 134 h 703"/>
              <a:gd name="T22" fmla="*/ 92 w 503"/>
              <a:gd name="T23" fmla="*/ 134 h 703"/>
              <a:gd name="T24" fmla="*/ 84 w 503"/>
              <a:gd name="T25" fmla="*/ 142 h 703"/>
              <a:gd name="T26" fmla="*/ 126 w 503"/>
              <a:gd name="T27" fmla="*/ 159 h 703"/>
              <a:gd name="T28" fmla="*/ 151 w 503"/>
              <a:gd name="T29" fmla="*/ 151 h 703"/>
              <a:gd name="T30" fmla="*/ 0 w 503"/>
              <a:gd name="T31" fmla="*/ 460 h 703"/>
              <a:gd name="T32" fmla="*/ 251 w 503"/>
              <a:gd name="T33" fmla="*/ 702 h 703"/>
              <a:gd name="T34" fmla="*/ 502 w 503"/>
              <a:gd name="T35" fmla="*/ 452 h 703"/>
              <a:gd name="T36" fmla="*/ 326 w 503"/>
              <a:gd name="T37" fmla="*/ 142 h 703"/>
              <a:gd name="T38" fmla="*/ 318 w 503"/>
              <a:gd name="T39" fmla="*/ 535 h 703"/>
              <a:gd name="T40" fmla="*/ 276 w 503"/>
              <a:gd name="T41" fmla="*/ 560 h 703"/>
              <a:gd name="T42" fmla="*/ 276 w 503"/>
              <a:gd name="T43" fmla="*/ 602 h 703"/>
              <a:gd name="T44" fmla="*/ 234 w 503"/>
              <a:gd name="T45" fmla="*/ 602 h 703"/>
              <a:gd name="T46" fmla="*/ 226 w 503"/>
              <a:gd name="T47" fmla="*/ 560 h 703"/>
              <a:gd name="T48" fmla="*/ 176 w 503"/>
              <a:gd name="T49" fmla="*/ 535 h 703"/>
              <a:gd name="T50" fmla="*/ 151 w 503"/>
              <a:gd name="T51" fmla="*/ 485 h 703"/>
              <a:gd name="T52" fmla="*/ 151 w 503"/>
              <a:gd name="T53" fmla="*/ 468 h 703"/>
              <a:gd name="T54" fmla="*/ 193 w 503"/>
              <a:gd name="T55" fmla="*/ 468 h 703"/>
              <a:gd name="T56" fmla="*/ 193 w 503"/>
              <a:gd name="T57" fmla="*/ 476 h 703"/>
              <a:gd name="T58" fmla="*/ 209 w 503"/>
              <a:gd name="T59" fmla="*/ 510 h 703"/>
              <a:gd name="T60" fmla="*/ 251 w 503"/>
              <a:gd name="T61" fmla="*/ 527 h 703"/>
              <a:gd name="T62" fmla="*/ 293 w 503"/>
              <a:gd name="T63" fmla="*/ 510 h 703"/>
              <a:gd name="T64" fmla="*/ 310 w 503"/>
              <a:gd name="T65" fmla="*/ 476 h 703"/>
              <a:gd name="T66" fmla="*/ 293 w 503"/>
              <a:gd name="T67" fmla="*/ 443 h 703"/>
              <a:gd name="T68" fmla="*/ 243 w 503"/>
              <a:gd name="T69" fmla="*/ 426 h 703"/>
              <a:gd name="T70" fmla="*/ 184 w 503"/>
              <a:gd name="T71" fmla="*/ 393 h 703"/>
              <a:gd name="T72" fmla="*/ 159 w 503"/>
              <a:gd name="T73" fmla="*/ 351 h 703"/>
              <a:gd name="T74" fmla="*/ 184 w 503"/>
              <a:gd name="T75" fmla="*/ 293 h 703"/>
              <a:gd name="T76" fmla="*/ 226 w 503"/>
              <a:gd name="T77" fmla="*/ 276 h 703"/>
              <a:gd name="T78" fmla="*/ 226 w 503"/>
              <a:gd name="T79" fmla="*/ 234 h 703"/>
              <a:gd name="T80" fmla="*/ 268 w 503"/>
              <a:gd name="T81" fmla="*/ 234 h 703"/>
              <a:gd name="T82" fmla="*/ 268 w 503"/>
              <a:gd name="T83" fmla="*/ 267 h 703"/>
              <a:gd name="T84" fmla="*/ 318 w 503"/>
              <a:gd name="T85" fmla="*/ 293 h 703"/>
              <a:gd name="T86" fmla="*/ 343 w 503"/>
              <a:gd name="T87" fmla="*/ 351 h 703"/>
              <a:gd name="T88" fmla="*/ 301 w 503"/>
              <a:gd name="T89" fmla="*/ 351 h 703"/>
              <a:gd name="T90" fmla="*/ 284 w 503"/>
              <a:gd name="T91" fmla="*/ 318 h 703"/>
              <a:gd name="T92" fmla="*/ 251 w 503"/>
              <a:gd name="T93" fmla="*/ 301 h 703"/>
              <a:gd name="T94" fmla="*/ 218 w 503"/>
              <a:gd name="T95" fmla="*/ 318 h 703"/>
              <a:gd name="T96" fmla="*/ 201 w 503"/>
              <a:gd name="T97" fmla="*/ 343 h 703"/>
              <a:gd name="T98" fmla="*/ 218 w 503"/>
              <a:gd name="T99" fmla="*/ 376 h 703"/>
              <a:gd name="T100" fmla="*/ 260 w 503"/>
              <a:gd name="T101" fmla="*/ 393 h 703"/>
              <a:gd name="T102" fmla="*/ 326 w 503"/>
              <a:gd name="T103" fmla="*/ 426 h 703"/>
              <a:gd name="T104" fmla="*/ 351 w 503"/>
              <a:gd name="T105" fmla="*/ 476 h 703"/>
              <a:gd name="T106" fmla="*/ 318 w 503"/>
              <a:gd name="T107" fmla="*/ 535 h 703"/>
              <a:gd name="T108" fmla="*/ 318 w 503"/>
              <a:gd name="T109" fmla="*/ 535 h 703"/>
              <a:gd name="T110" fmla="*/ 318 w 503"/>
              <a:gd name="T111" fmla="*/ 535 h 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503" h="703">
                <a:moveTo>
                  <a:pt x="326" y="142"/>
                </a:moveTo>
                <a:cubicBezTo>
                  <a:pt x="168" y="142"/>
                  <a:pt x="168" y="142"/>
                  <a:pt x="168" y="142"/>
                </a:cubicBezTo>
                <a:cubicBezTo>
                  <a:pt x="168" y="134"/>
                  <a:pt x="168" y="134"/>
                  <a:pt x="168" y="134"/>
                </a:cubicBezTo>
                <a:cubicBezTo>
                  <a:pt x="184" y="125"/>
                  <a:pt x="184" y="125"/>
                  <a:pt x="184" y="125"/>
                </a:cubicBezTo>
                <a:cubicBezTo>
                  <a:pt x="310" y="125"/>
                  <a:pt x="310" y="125"/>
                  <a:pt x="310" y="125"/>
                </a:cubicBezTo>
                <a:cubicBezTo>
                  <a:pt x="343" y="0"/>
                  <a:pt x="343" y="0"/>
                  <a:pt x="343" y="0"/>
                </a:cubicBezTo>
                <a:cubicBezTo>
                  <a:pt x="151" y="0"/>
                  <a:pt x="151" y="0"/>
                  <a:pt x="151" y="0"/>
                </a:cubicBezTo>
                <a:cubicBezTo>
                  <a:pt x="176" y="125"/>
                  <a:pt x="176" y="125"/>
                  <a:pt x="176" y="125"/>
                </a:cubicBezTo>
                <a:cubicBezTo>
                  <a:pt x="159" y="100"/>
                  <a:pt x="109" y="50"/>
                  <a:pt x="67" y="67"/>
                </a:cubicBezTo>
                <a:cubicBezTo>
                  <a:pt x="75" y="84"/>
                  <a:pt x="75" y="84"/>
                  <a:pt x="75" y="84"/>
                </a:cubicBezTo>
                <a:cubicBezTo>
                  <a:pt x="109" y="67"/>
                  <a:pt x="159" y="117"/>
                  <a:pt x="168" y="134"/>
                </a:cubicBezTo>
                <a:cubicBezTo>
                  <a:pt x="142" y="142"/>
                  <a:pt x="109" y="151"/>
                  <a:pt x="92" y="134"/>
                </a:cubicBezTo>
                <a:cubicBezTo>
                  <a:pt x="84" y="142"/>
                  <a:pt x="84" y="142"/>
                  <a:pt x="84" y="142"/>
                </a:cubicBezTo>
                <a:cubicBezTo>
                  <a:pt x="92" y="151"/>
                  <a:pt x="109" y="159"/>
                  <a:pt x="126" y="159"/>
                </a:cubicBezTo>
                <a:cubicBezTo>
                  <a:pt x="134" y="159"/>
                  <a:pt x="142" y="159"/>
                  <a:pt x="151" y="151"/>
                </a:cubicBezTo>
                <a:cubicBezTo>
                  <a:pt x="67" y="217"/>
                  <a:pt x="0" y="351"/>
                  <a:pt x="0" y="460"/>
                </a:cubicBezTo>
                <a:cubicBezTo>
                  <a:pt x="0" y="594"/>
                  <a:pt x="117" y="702"/>
                  <a:pt x="251" y="702"/>
                </a:cubicBezTo>
                <a:cubicBezTo>
                  <a:pt x="393" y="702"/>
                  <a:pt x="502" y="594"/>
                  <a:pt x="502" y="452"/>
                </a:cubicBezTo>
                <a:cubicBezTo>
                  <a:pt x="502" y="343"/>
                  <a:pt x="427" y="192"/>
                  <a:pt x="326" y="142"/>
                </a:cubicBezTo>
                <a:close/>
                <a:moveTo>
                  <a:pt x="318" y="535"/>
                </a:moveTo>
                <a:cubicBezTo>
                  <a:pt x="310" y="552"/>
                  <a:pt x="293" y="552"/>
                  <a:pt x="276" y="560"/>
                </a:cubicBezTo>
                <a:cubicBezTo>
                  <a:pt x="276" y="602"/>
                  <a:pt x="276" y="602"/>
                  <a:pt x="276" y="602"/>
                </a:cubicBezTo>
                <a:cubicBezTo>
                  <a:pt x="234" y="602"/>
                  <a:pt x="234" y="602"/>
                  <a:pt x="234" y="602"/>
                </a:cubicBezTo>
                <a:cubicBezTo>
                  <a:pt x="226" y="560"/>
                  <a:pt x="226" y="560"/>
                  <a:pt x="226" y="560"/>
                </a:cubicBezTo>
                <a:cubicBezTo>
                  <a:pt x="209" y="560"/>
                  <a:pt x="193" y="552"/>
                  <a:pt x="176" y="535"/>
                </a:cubicBezTo>
                <a:cubicBezTo>
                  <a:pt x="159" y="518"/>
                  <a:pt x="151" y="502"/>
                  <a:pt x="151" y="485"/>
                </a:cubicBezTo>
                <a:cubicBezTo>
                  <a:pt x="151" y="468"/>
                  <a:pt x="151" y="468"/>
                  <a:pt x="151" y="468"/>
                </a:cubicBezTo>
                <a:cubicBezTo>
                  <a:pt x="193" y="468"/>
                  <a:pt x="193" y="468"/>
                  <a:pt x="193" y="468"/>
                </a:cubicBezTo>
                <a:cubicBezTo>
                  <a:pt x="193" y="476"/>
                  <a:pt x="193" y="476"/>
                  <a:pt x="193" y="476"/>
                </a:cubicBezTo>
                <a:cubicBezTo>
                  <a:pt x="193" y="493"/>
                  <a:pt x="201" y="502"/>
                  <a:pt x="209" y="510"/>
                </a:cubicBezTo>
                <a:cubicBezTo>
                  <a:pt x="218" y="518"/>
                  <a:pt x="234" y="527"/>
                  <a:pt x="251" y="527"/>
                </a:cubicBezTo>
                <a:cubicBezTo>
                  <a:pt x="268" y="527"/>
                  <a:pt x="284" y="518"/>
                  <a:pt x="293" y="510"/>
                </a:cubicBezTo>
                <a:cubicBezTo>
                  <a:pt x="301" y="502"/>
                  <a:pt x="310" y="493"/>
                  <a:pt x="310" y="476"/>
                </a:cubicBezTo>
                <a:cubicBezTo>
                  <a:pt x="310" y="460"/>
                  <a:pt x="301" y="452"/>
                  <a:pt x="293" y="443"/>
                </a:cubicBezTo>
                <a:cubicBezTo>
                  <a:pt x="284" y="435"/>
                  <a:pt x="268" y="426"/>
                  <a:pt x="243" y="426"/>
                </a:cubicBezTo>
                <a:cubicBezTo>
                  <a:pt x="218" y="418"/>
                  <a:pt x="193" y="410"/>
                  <a:pt x="184" y="393"/>
                </a:cubicBezTo>
                <a:cubicBezTo>
                  <a:pt x="168" y="385"/>
                  <a:pt x="159" y="368"/>
                  <a:pt x="159" y="351"/>
                </a:cubicBezTo>
                <a:cubicBezTo>
                  <a:pt x="159" y="326"/>
                  <a:pt x="168" y="309"/>
                  <a:pt x="184" y="293"/>
                </a:cubicBezTo>
                <a:cubicBezTo>
                  <a:pt x="201" y="284"/>
                  <a:pt x="209" y="276"/>
                  <a:pt x="226" y="276"/>
                </a:cubicBezTo>
                <a:cubicBezTo>
                  <a:pt x="226" y="234"/>
                  <a:pt x="226" y="234"/>
                  <a:pt x="226" y="234"/>
                </a:cubicBezTo>
                <a:cubicBezTo>
                  <a:pt x="268" y="234"/>
                  <a:pt x="268" y="234"/>
                  <a:pt x="268" y="234"/>
                </a:cubicBezTo>
                <a:cubicBezTo>
                  <a:pt x="268" y="267"/>
                  <a:pt x="268" y="267"/>
                  <a:pt x="268" y="267"/>
                </a:cubicBezTo>
                <a:cubicBezTo>
                  <a:pt x="293" y="276"/>
                  <a:pt x="310" y="276"/>
                  <a:pt x="318" y="293"/>
                </a:cubicBezTo>
                <a:cubicBezTo>
                  <a:pt x="335" y="301"/>
                  <a:pt x="343" y="326"/>
                  <a:pt x="343" y="351"/>
                </a:cubicBezTo>
                <a:cubicBezTo>
                  <a:pt x="301" y="351"/>
                  <a:pt x="301" y="351"/>
                  <a:pt x="301" y="351"/>
                </a:cubicBezTo>
                <a:cubicBezTo>
                  <a:pt x="301" y="334"/>
                  <a:pt x="293" y="326"/>
                  <a:pt x="284" y="318"/>
                </a:cubicBezTo>
                <a:cubicBezTo>
                  <a:pt x="284" y="309"/>
                  <a:pt x="268" y="301"/>
                  <a:pt x="251" y="301"/>
                </a:cubicBezTo>
                <a:cubicBezTo>
                  <a:pt x="234" y="301"/>
                  <a:pt x="226" y="309"/>
                  <a:pt x="218" y="318"/>
                </a:cubicBezTo>
                <a:cubicBezTo>
                  <a:pt x="209" y="326"/>
                  <a:pt x="201" y="334"/>
                  <a:pt x="201" y="343"/>
                </a:cubicBezTo>
                <a:cubicBezTo>
                  <a:pt x="201" y="360"/>
                  <a:pt x="209" y="368"/>
                  <a:pt x="218" y="376"/>
                </a:cubicBezTo>
                <a:cubicBezTo>
                  <a:pt x="226" y="385"/>
                  <a:pt x="234" y="385"/>
                  <a:pt x="260" y="393"/>
                </a:cubicBezTo>
                <a:cubicBezTo>
                  <a:pt x="284" y="401"/>
                  <a:pt x="310" y="410"/>
                  <a:pt x="326" y="426"/>
                </a:cubicBezTo>
                <a:cubicBezTo>
                  <a:pt x="343" y="435"/>
                  <a:pt x="351" y="452"/>
                  <a:pt x="351" y="476"/>
                </a:cubicBezTo>
                <a:cubicBezTo>
                  <a:pt x="351" y="502"/>
                  <a:pt x="343" y="518"/>
                  <a:pt x="318" y="535"/>
                </a:cubicBezTo>
                <a:close/>
                <a:moveTo>
                  <a:pt x="318" y="535"/>
                </a:moveTo>
                <a:lnTo>
                  <a:pt x="318" y="5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121910" tIns="60955" rIns="121910" bIns="60955" anchor="ctr"/>
          <a:p>
            <a:pPr marL="0" marR="0" lvl="0" indent="0" algn="l" defTabSz="5429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icrosoft YaHei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313" name="Freeform 119"/>
          <p:cNvSpPr>
            <a:spLocks noChangeArrowheads="1"/>
          </p:cNvSpPr>
          <p:nvPr/>
        </p:nvSpPr>
        <p:spPr bwMode="auto">
          <a:xfrm>
            <a:off x="4760595" y="4675505"/>
            <a:ext cx="595630" cy="499110"/>
          </a:xfrm>
          <a:custGeom>
            <a:avLst/>
            <a:gdLst>
              <a:gd name="T0" fmla="*/ 173023 w 609"/>
              <a:gd name="T1" fmla="*/ 86398 h 538"/>
              <a:gd name="T2" fmla="*/ 173023 w 609"/>
              <a:gd name="T3" fmla="*/ 86398 h 538"/>
              <a:gd name="T4" fmla="*/ 129857 w 609"/>
              <a:gd name="T5" fmla="*/ 43199 h 538"/>
              <a:gd name="T6" fmla="*/ 173023 w 609"/>
              <a:gd name="T7" fmla="*/ 0 h 538"/>
              <a:gd name="T8" fmla="*/ 218707 w 609"/>
              <a:gd name="T9" fmla="*/ 43199 h 538"/>
              <a:gd name="T10" fmla="*/ 173023 w 609"/>
              <a:gd name="T11" fmla="*/ 86398 h 538"/>
              <a:gd name="T12" fmla="*/ 193167 w 609"/>
              <a:gd name="T13" fmla="*/ 32759 h 538"/>
              <a:gd name="T14" fmla="*/ 193167 w 609"/>
              <a:gd name="T15" fmla="*/ 32759 h 538"/>
              <a:gd name="T16" fmla="*/ 183095 w 609"/>
              <a:gd name="T17" fmla="*/ 32759 h 538"/>
              <a:gd name="T18" fmla="*/ 183095 w 609"/>
              <a:gd name="T19" fmla="*/ 22679 h 538"/>
              <a:gd name="T20" fmla="*/ 173023 w 609"/>
              <a:gd name="T21" fmla="*/ 12600 h 538"/>
              <a:gd name="T22" fmla="*/ 162592 w 609"/>
              <a:gd name="T23" fmla="*/ 22679 h 538"/>
              <a:gd name="T24" fmla="*/ 162592 w 609"/>
              <a:gd name="T25" fmla="*/ 32759 h 538"/>
              <a:gd name="T26" fmla="*/ 152520 w 609"/>
              <a:gd name="T27" fmla="*/ 32759 h 538"/>
              <a:gd name="T28" fmla="*/ 142448 w 609"/>
              <a:gd name="T29" fmla="*/ 43199 h 538"/>
              <a:gd name="T30" fmla="*/ 152520 w 609"/>
              <a:gd name="T31" fmla="*/ 53279 h 538"/>
              <a:gd name="T32" fmla="*/ 162592 w 609"/>
              <a:gd name="T33" fmla="*/ 53279 h 538"/>
              <a:gd name="T34" fmla="*/ 162592 w 609"/>
              <a:gd name="T35" fmla="*/ 63358 h 538"/>
              <a:gd name="T36" fmla="*/ 173023 w 609"/>
              <a:gd name="T37" fmla="*/ 73798 h 538"/>
              <a:gd name="T38" fmla="*/ 183095 w 609"/>
              <a:gd name="T39" fmla="*/ 63358 h 538"/>
              <a:gd name="T40" fmla="*/ 183095 w 609"/>
              <a:gd name="T41" fmla="*/ 53279 h 538"/>
              <a:gd name="T42" fmla="*/ 193167 w 609"/>
              <a:gd name="T43" fmla="*/ 53279 h 538"/>
              <a:gd name="T44" fmla="*/ 203239 w 609"/>
              <a:gd name="T45" fmla="*/ 43199 h 538"/>
              <a:gd name="T46" fmla="*/ 193167 w 609"/>
              <a:gd name="T47" fmla="*/ 32759 h 538"/>
              <a:gd name="T48" fmla="*/ 83814 w 609"/>
              <a:gd name="T49" fmla="*/ 116997 h 538"/>
              <a:gd name="T50" fmla="*/ 83814 w 609"/>
              <a:gd name="T51" fmla="*/ 116997 h 538"/>
              <a:gd name="T52" fmla="*/ 170505 w 609"/>
              <a:gd name="T53" fmla="*/ 111957 h 538"/>
              <a:gd name="T54" fmla="*/ 178059 w 609"/>
              <a:gd name="T55" fmla="*/ 96478 h 538"/>
              <a:gd name="T56" fmla="*/ 203239 w 609"/>
              <a:gd name="T57" fmla="*/ 88918 h 538"/>
              <a:gd name="T58" fmla="*/ 185613 w 609"/>
              <a:gd name="T59" fmla="*/ 124557 h 538"/>
              <a:gd name="T60" fmla="*/ 185613 w 609"/>
              <a:gd name="T61" fmla="*/ 124557 h 538"/>
              <a:gd name="T62" fmla="*/ 178059 w 609"/>
              <a:gd name="T63" fmla="*/ 132117 h 538"/>
              <a:gd name="T64" fmla="*/ 178059 w 609"/>
              <a:gd name="T65" fmla="*/ 132117 h 538"/>
              <a:gd name="T66" fmla="*/ 88850 w 609"/>
              <a:gd name="T67" fmla="*/ 137156 h 538"/>
              <a:gd name="T68" fmla="*/ 94246 w 609"/>
              <a:gd name="T69" fmla="*/ 152636 h 538"/>
              <a:gd name="T70" fmla="*/ 190649 w 609"/>
              <a:gd name="T71" fmla="*/ 152636 h 538"/>
              <a:gd name="T72" fmla="*/ 211153 w 609"/>
              <a:gd name="T73" fmla="*/ 172796 h 538"/>
              <a:gd name="T74" fmla="*/ 190649 w 609"/>
              <a:gd name="T75" fmla="*/ 193315 h 538"/>
              <a:gd name="T76" fmla="*/ 170505 w 609"/>
              <a:gd name="T77" fmla="*/ 172796 h 538"/>
              <a:gd name="T78" fmla="*/ 76260 w 609"/>
              <a:gd name="T79" fmla="*/ 172796 h 538"/>
              <a:gd name="T80" fmla="*/ 56116 w 609"/>
              <a:gd name="T81" fmla="*/ 193315 h 538"/>
              <a:gd name="T82" fmla="*/ 35612 w 609"/>
              <a:gd name="T83" fmla="*/ 172796 h 538"/>
              <a:gd name="T84" fmla="*/ 56116 w 609"/>
              <a:gd name="T85" fmla="*/ 152636 h 538"/>
              <a:gd name="T86" fmla="*/ 73742 w 609"/>
              <a:gd name="T87" fmla="*/ 152636 h 538"/>
              <a:gd name="T88" fmla="*/ 33094 w 609"/>
              <a:gd name="T89" fmla="*/ 40679 h 538"/>
              <a:gd name="T90" fmla="*/ 10072 w 609"/>
              <a:gd name="T91" fmla="*/ 40679 h 538"/>
              <a:gd name="T92" fmla="*/ 0 w 609"/>
              <a:gd name="T93" fmla="*/ 30239 h 538"/>
              <a:gd name="T94" fmla="*/ 10072 w 609"/>
              <a:gd name="T95" fmla="*/ 20159 h 538"/>
              <a:gd name="T96" fmla="*/ 40648 w 609"/>
              <a:gd name="T97" fmla="*/ 20159 h 538"/>
              <a:gd name="T98" fmla="*/ 50720 w 609"/>
              <a:gd name="T99" fmla="*/ 25199 h 538"/>
              <a:gd name="T100" fmla="*/ 50720 w 609"/>
              <a:gd name="T101" fmla="*/ 25199 h 538"/>
              <a:gd name="T102" fmla="*/ 56116 w 609"/>
              <a:gd name="T103" fmla="*/ 43199 h 538"/>
              <a:gd name="T104" fmla="*/ 119426 w 609"/>
              <a:gd name="T105" fmla="*/ 43199 h 538"/>
              <a:gd name="T106" fmla="*/ 124462 w 609"/>
              <a:gd name="T107" fmla="*/ 63358 h 538"/>
              <a:gd name="T108" fmla="*/ 63670 w 609"/>
              <a:gd name="T109" fmla="*/ 63358 h 538"/>
              <a:gd name="T110" fmla="*/ 83814 w 609"/>
              <a:gd name="T111" fmla="*/ 116997 h 53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609" h="538">
                <a:moveTo>
                  <a:pt x="481" y="240"/>
                </a:moveTo>
                <a:lnTo>
                  <a:pt x="481" y="240"/>
                </a:lnTo>
                <a:cubicBezTo>
                  <a:pt x="417" y="240"/>
                  <a:pt x="361" y="191"/>
                  <a:pt x="361" y="120"/>
                </a:cubicBezTo>
                <a:cubicBezTo>
                  <a:pt x="361" y="49"/>
                  <a:pt x="417" y="0"/>
                  <a:pt x="481" y="0"/>
                </a:cubicBezTo>
                <a:cubicBezTo>
                  <a:pt x="551" y="0"/>
                  <a:pt x="608" y="49"/>
                  <a:pt x="608" y="120"/>
                </a:cubicBezTo>
                <a:cubicBezTo>
                  <a:pt x="608" y="191"/>
                  <a:pt x="551" y="240"/>
                  <a:pt x="481" y="240"/>
                </a:cubicBezTo>
                <a:close/>
                <a:moveTo>
                  <a:pt x="537" y="91"/>
                </a:moveTo>
                <a:lnTo>
                  <a:pt x="537" y="91"/>
                </a:lnTo>
                <a:cubicBezTo>
                  <a:pt x="509" y="91"/>
                  <a:pt x="509" y="91"/>
                  <a:pt x="509" y="91"/>
                </a:cubicBezTo>
                <a:cubicBezTo>
                  <a:pt x="509" y="63"/>
                  <a:pt x="509" y="63"/>
                  <a:pt x="509" y="63"/>
                </a:cubicBezTo>
                <a:cubicBezTo>
                  <a:pt x="509" y="49"/>
                  <a:pt x="502" y="35"/>
                  <a:pt x="481" y="35"/>
                </a:cubicBezTo>
                <a:cubicBezTo>
                  <a:pt x="467" y="35"/>
                  <a:pt x="452" y="49"/>
                  <a:pt x="452" y="63"/>
                </a:cubicBezTo>
                <a:cubicBezTo>
                  <a:pt x="452" y="91"/>
                  <a:pt x="452" y="91"/>
                  <a:pt x="452" y="91"/>
                </a:cubicBezTo>
                <a:cubicBezTo>
                  <a:pt x="424" y="91"/>
                  <a:pt x="424" y="91"/>
                  <a:pt x="424" y="91"/>
                </a:cubicBezTo>
                <a:cubicBezTo>
                  <a:pt x="410" y="91"/>
                  <a:pt x="396" y="106"/>
                  <a:pt x="396" y="120"/>
                </a:cubicBezTo>
                <a:cubicBezTo>
                  <a:pt x="396" y="134"/>
                  <a:pt x="410" y="148"/>
                  <a:pt x="424" y="148"/>
                </a:cubicBezTo>
                <a:cubicBezTo>
                  <a:pt x="452" y="148"/>
                  <a:pt x="452" y="148"/>
                  <a:pt x="452" y="148"/>
                </a:cubicBezTo>
                <a:cubicBezTo>
                  <a:pt x="452" y="176"/>
                  <a:pt x="452" y="176"/>
                  <a:pt x="452" y="176"/>
                </a:cubicBezTo>
                <a:cubicBezTo>
                  <a:pt x="452" y="191"/>
                  <a:pt x="467" y="205"/>
                  <a:pt x="481" y="205"/>
                </a:cubicBezTo>
                <a:cubicBezTo>
                  <a:pt x="502" y="205"/>
                  <a:pt x="509" y="191"/>
                  <a:pt x="509" y="176"/>
                </a:cubicBezTo>
                <a:cubicBezTo>
                  <a:pt x="509" y="148"/>
                  <a:pt x="509" y="148"/>
                  <a:pt x="509" y="148"/>
                </a:cubicBezTo>
                <a:cubicBezTo>
                  <a:pt x="537" y="148"/>
                  <a:pt x="537" y="148"/>
                  <a:pt x="537" y="148"/>
                </a:cubicBezTo>
                <a:cubicBezTo>
                  <a:pt x="558" y="148"/>
                  <a:pt x="565" y="134"/>
                  <a:pt x="565" y="120"/>
                </a:cubicBezTo>
                <a:cubicBezTo>
                  <a:pt x="565" y="106"/>
                  <a:pt x="558" y="91"/>
                  <a:pt x="537" y="91"/>
                </a:cubicBezTo>
                <a:close/>
                <a:moveTo>
                  <a:pt x="233" y="325"/>
                </a:moveTo>
                <a:lnTo>
                  <a:pt x="233" y="325"/>
                </a:lnTo>
                <a:cubicBezTo>
                  <a:pt x="474" y="311"/>
                  <a:pt x="474" y="311"/>
                  <a:pt x="474" y="311"/>
                </a:cubicBezTo>
                <a:cubicBezTo>
                  <a:pt x="495" y="268"/>
                  <a:pt x="495" y="268"/>
                  <a:pt x="495" y="268"/>
                </a:cubicBezTo>
                <a:cubicBezTo>
                  <a:pt x="516" y="268"/>
                  <a:pt x="544" y="261"/>
                  <a:pt x="565" y="247"/>
                </a:cubicBezTo>
                <a:cubicBezTo>
                  <a:pt x="516" y="346"/>
                  <a:pt x="516" y="346"/>
                  <a:pt x="516" y="346"/>
                </a:cubicBezTo>
                <a:cubicBezTo>
                  <a:pt x="516" y="360"/>
                  <a:pt x="502" y="367"/>
                  <a:pt x="495" y="367"/>
                </a:cubicBezTo>
                <a:cubicBezTo>
                  <a:pt x="247" y="381"/>
                  <a:pt x="247" y="381"/>
                  <a:pt x="247" y="381"/>
                </a:cubicBezTo>
                <a:cubicBezTo>
                  <a:pt x="262" y="424"/>
                  <a:pt x="262" y="424"/>
                  <a:pt x="262" y="424"/>
                </a:cubicBezTo>
                <a:cubicBezTo>
                  <a:pt x="530" y="424"/>
                  <a:pt x="530" y="424"/>
                  <a:pt x="530" y="424"/>
                </a:cubicBezTo>
                <a:cubicBezTo>
                  <a:pt x="558" y="424"/>
                  <a:pt x="587" y="445"/>
                  <a:pt x="587" y="480"/>
                </a:cubicBezTo>
                <a:cubicBezTo>
                  <a:pt x="587" y="509"/>
                  <a:pt x="558" y="537"/>
                  <a:pt x="530" y="537"/>
                </a:cubicBezTo>
                <a:cubicBezTo>
                  <a:pt x="502" y="537"/>
                  <a:pt x="474" y="509"/>
                  <a:pt x="474" y="480"/>
                </a:cubicBezTo>
                <a:cubicBezTo>
                  <a:pt x="212" y="480"/>
                  <a:pt x="212" y="480"/>
                  <a:pt x="212" y="480"/>
                </a:cubicBezTo>
                <a:cubicBezTo>
                  <a:pt x="212" y="509"/>
                  <a:pt x="184" y="537"/>
                  <a:pt x="156" y="537"/>
                </a:cubicBezTo>
                <a:cubicBezTo>
                  <a:pt x="120" y="537"/>
                  <a:pt x="99" y="509"/>
                  <a:pt x="99" y="480"/>
                </a:cubicBezTo>
                <a:cubicBezTo>
                  <a:pt x="99" y="445"/>
                  <a:pt x="120" y="424"/>
                  <a:pt x="156" y="424"/>
                </a:cubicBezTo>
                <a:cubicBezTo>
                  <a:pt x="205" y="424"/>
                  <a:pt x="205" y="424"/>
                  <a:pt x="205" y="424"/>
                </a:cubicBezTo>
                <a:cubicBezTo>
                  <a:pt x="92" y="113"/>
                  <a:pt x="92" y="113"/>
                  <a:pt x="92" y="113"/>
                </a:cubicBezTo>
                <a:cubicBezTo>
                  <a:pt x="28" y="113"/>
                  <a:pt x="28" y="113"/>
                  <a:pt x="28" y="113"/>
                </a:cubicBezTo>
                <a:cubicBezTo>
                  <a:pt x="14" y="113"/>
                  <a:pt x="0" y="98"/>
                  <a:pt x="0" y="84"/>
                </a:cubicBezTo>
                <a:cubicBezTo>
                  <a:pt x="0" y="63"/>
                  <a:pt x="14" y="56"/>
                  <a:pt x="28" y="56"/>
                </a:cubicBezTo>
                <a:cubicBezTo>
                  <a:pt x="113" y="56"/>
                  <a:pt x="113" y="56"/>
                  <a:pt x="113" y="56"/>
                </a:cubicBezTo>
                <a:cubicBezTo>
                  <a:pt x="127" y="56"/>
                  <a:pt x="141" y="63"/>
                  <a:pt x="141" y="70"/>
                </a:cubicBezTo>
                <a:cubicBezTo>
                  <a:pt x="156" y="120"/>
                  <a:pt x="156" y="120"/>
                  <a:pt x="156" y="120"/>
                </a:cubicBezTo>
                <a:cubicBezTo>
                  <a:pt x="332" y="120"/>
                  <a:pt x="332" y="120"/>
                  <a:pt x="332" y="120"/>
                </a:cubicBezTo>
                <a:cubicBezTo>
                  <a:pt x="332" y="141"/>
                  <a:pt x="339" y="162"/>
                  <a:pt x="346" y="176"/>
                </a:cubicBezTo>
                <a:cubicBezTo>
                  <a:pt x="177" y="176"/>
                  <a:pt x="177" y="176"/>
                  <a:pt x="177" y="176"/>
                </a:cubicBezTo>
                <a:lnTo>
                  <a:pt x="233" y="325"/>
                </a:lnTo>
                <a:close/>
              </a:path>
            </a:pathLst>
          </a:custGeom>
          <a:solidFill>
            <a:srgbClr val="FDFDF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beve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8" name="Freeform 213"/>
          <p:cNvSpPr>
            <a:spLocks noChangeArrowheads="1"/>
          </p:cNvSpPr>
          <p:nvPr/>
        </p:nvSpPr>
        <p:spPr bwMode="auto">
          <a:xfrm>
            <a:off x="8577370" y="4675779"/>
            <a:ext cx="510115" cy="495299"/>
          </a:xfrm>
          <a:custGeom>
            <a:avLst/>
            <a:gdLst>
              <a:gd name="T0" fmla="*/ 212384 w 634"/>
              <a:gd name="T1" fmla="*/ 84625 h 619"/>
              <a:gd name="T2" fmla="*/ 212384 w 634"/>
              <a:gd name="T3" fmla="*/ 84625 h 619"/>
              <a:gd name="T4" fmla="*/ 212384 w 634"/>
              <a:gd name="T5" fmla="*/ 195427 h 619"/>
              <a:gd name="T6" fmla="*/ 196518 w 634"/>
              <a:gd name="T7" fmla="*/ 211205 h 619"/>
              <a:gd name="T8" fmla="*/ 32092 w 634"/>
              <a:gd name="T9" fmla="*/ 211205 h 619"/>
              <a:gd name="T10" fmla="*/ 16226 w 634"/>
              <a:gd name="T11" fmla="*/ 195427 h 619"/>
              <a:gd name="T12" fmla="*/ 16226 w 634"/>
              <a:gd name="T13" fmla="*/ 26535 h 619"/>
              <a:gd name="T14" fmla="*/ 32092 w 634"/>
              <a:gd name="T15" fmla="*/ 10399 h 619"/>
              <a:gd name="T16" fmla="*/ 143512 w 634"/>
              <a:gd name="T17" fmla="*/ 10399 h 619"/>
              <a:gd name="T18" fmla="*/ 143512 w 634"/>
              <a:gd name="T19" fmla="*/ 0 h 619"/>
              <a:gd name="T20" fmla="*/ 32092 w 634"/>
              <a:gd name="T21" fmla="*/ 0 h 619"/>
              <a:gd name="T22" fmla="*/ 0 w 634"/>
              <a:gd name="T23" fmla="*/ 26535 h 619"/>
              <a:gd name="T24" fmla="*/ 0 w 634"/>
              <a:gd name="T25" fmla="*/ 195427 h 619"/>
              <a:gd name="T26" fmla="*/ 32092 w 634"/>
              <a:gd name="T27" fmla="*/ 221603 h 619"/>
              <a:gd name="T28" fmla="*/ 196518 w 634"/>
              <a:gd name="T29" fmla="*/ 221603 h 619"/>
              <a:gd name="T30" fmla="*/ 228249 w 634"/>
              <a:gd name="T31" fmla="*/ 195427 h 619"/>
              <a:gd name="T32" fmla="*/ 228249 w 634"/>
              <a:gd name="T33" fmla="*/ 84625 h 619"/>
              <a:gd name="T34" fmla="*/ 212384 w 634"/>
              <a:gd name="T35" fmla="*/ 84625 h 619"/>
              <a:gd name="T36" fmla="*/ 58415 w 634"/>
              <a:gd name="T37" fmla="*/ 126938 h 619"/>
              <a:gd name="T38" fmla="*/ 58415 w 634"/>
              <a:gd name="T39" fmla="*/ 126938 h 619"/>
              <a:gd name="T40" fmla="*/ 26683 w 634"/>
              <a:gd name="T41" fmla="*/ 185028 h 619"/>
              <a:gd name="T42" fmla="*/ 37140 w 634"/>
              <a:gd name="T43" fmla="*/ 195427 h 619"/>
              <a:gd name="T44" fmla="*/ 100963 w 634"/>
              <a:gd name="T45" fmla="*/ 163872 h 619"/>
              <a:gd name="T46" fmla="*/ 106372 w 634"/>
              <a:gd name="T47" fmla="*/ 163872 h 619"/>
              <a:gd name="T48" fmla="*/ 217792 w 634"/>
              <a:gd name="T49" fmla="*/ 52711 h 619"/>
              <a:gd name="T50" fmla="*/ 217792 w 634"/>
              <a:gd name="T51" fmla="*/ 31555 h 619"/>
              <a:gd name="T52" fmla="*/ 191109 w 634"/>
              <a:gd name="T53" fmla="*/ 10399 h 619"/>
              <a:gd name="T54" fmla="*/ 169835 w 634"/>
              <a:gd name="T55" fmla="*/ 10399 h 619"/>
              <a:gd name="T56" fmla="*/ 63823 w 634"/>
              <a:gd name="T57" fmla="*/ 116180 h 619"/>
              <a:gd name="T58" fmla="*/ 58415 w 634"/>
              <a:gd name="T59" fmla="*/ 126938 h 619"/>
              <a:gd name="T60" fmla="*/ 175244 w 634"/>
              <a:gd name="T61" fmla="*/ 26535 h 619"/>
              <a:gd name="T62" fmla="*/ 175244 w 634"/>
              <a:gd name="T63" fmla="*/ 26535 h 619"/>
              <a:gd name="T64" fmla="*/ 186061 w 634"/>
              <a:gd name="T65" fmla="*/ 26535 h 619"/>
              <a:gd name="T66" fmla="*/ 201927 w 634"/>
              <a:gd name="T67" fmla="*/ 36934 h 619"/>
              <a:gd name="T68" fmla="*/ 201927 w 634"/>
              <a:gd name="T69" fmla="*/ 47691 h 619"/>
              <a:gd name="T70" fmla="*/ 186061 w 634"/>
              <a:gd name="T71" fmla="*/ 63469 h 619"/>
              <a:gd name="T72" fmla="*/ 164787 w 634"/>
              <a:gd name="T73" fmla="*/ 36934 h 619"/>
              <a:gd name="T74" fmla="*/ 175244 w 634"/>
              <a:gd name="T75" fmla="*/ 26535 h 619"/>
              <a:gd name="T76" fmla="*/ 154330 w 634"/>
              <a:gd name="T77" fmla="*/ 47691 h 619"/>
              <a:gd name="T78" fmla="*/ 154330 w 634"/>
              <a:gd name="T79" fmla="*/ 47691 h 619"/>
              <a:gd name="T80" fmla="*/ 175244 w 634"/>
              <a:gd name="T81" fmla="*/ 73868 h 619"/>
              <a:gd name="T82" fmla="*/ 95915 w 634"/>
              <a:gd name="T83" fmla="*/ 153114 h 619"/>
              <a:gd name="T84" fmla="*/ 74641 w 634"/>
              <a:gd name="T85" fmla="*/ 126938 h 619"/>
              <a:gd name="T86" fmla="*/ 154330 w 634"/>
              <a:gd name="T87" fmla="*/ 47691 h 619"/>
              <a:gd name="T88" fmla="*/ 85098 w 634"/>
              <a:gd name="T89" fmla="*/ 158493 h 619"/>
              <a:gd name="T90" fmla="*/ 85098 w 634"/>
              <a:gd name="T91" fmla="*/ 158493 h 619"/>
              <a:gd name="T92" fmla="*/ 47958 w 634"/>
              <a:gd name="T93" fmla="*/ 185028 h 619"/>
              <a:gd name="T94" fmla="*/ 42549 w 634"/>
              <a:gd name="T95" fmla="*/ 179649 h 619"/>
              <a:gd name="T96" fmla="*/ 63823 w 634"/>
              <a:gd name="T97" fmla="*/ 142715 h 619"/>
              <a:gd name="T98" fmla="*/ 85098 w 634"/>
              <a:gd name="T99" fmla="*/ 158493 h 619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634" h="619">
                <a:moveTo>
                  <a:pt x="589" y="236"/>
                </a:moveTo>
                <a:lnTo>
                  <a:pt x="589" y="236"/>
                </a:lnTo>
                <a:cubicBezTo>
                  <a:pt x="589" y="545"/>
                  <a:pt x="589" y="545"/>
                  <a:pt x="589" y="545"/>
                </a:cubicBezTo>
                <a:cubicBezTo>
                  <a:pt x="589" y="559"/>
                  <a:pt x="575" y="589"/>
                  <a:pt x="545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5" y="559"/>
                  <a:pt x="45" y="545"/>
                </a:cubicBezTo>
                <a:cubicBezTo>
                  <a:pt x="45" y="74"/>
                  <a:pt x="45" y="74"/>
                  <a:pt x="45" y="74"/>
                </a:cubicBezTo>
                <a:cubicBezTo>
                  <a:pt x="45" y="59"/>
                  <a:pt x="59" y="29"/>
                  <a:pt x="89" y="29"/>
                </a:cubicBezTo>
                <a:cubicBezTo>
                  <a:pt x="398" y="29"/>
                  <a:pt x="398" y="29"/>
                  <a:pt x="398" y="29"/>
                </a:cubicBezTo>
                <a:cubicBezTo>
                  <a:pt x="398" y="0"/>
                  <a:pt x="398" y="0"/>
                  <a:pt x="398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45" y="0"/>
                  <a:pt x="0" y="29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45" y="618"/>
                  <a:pt x="89" y="618"/>
                </a:cubicBezTo>
                <a:cubicBezTo>
                  <a:pt x="545" y="618"/>
                  <a:pt x="545" y="618"/>
                  <a:pt x="545" y="618"/>
                </a:cubicBezTo>
                <a:cubicBezTo>
                  <a:pt x="589" y="618"/>
                  <a:pt x="633" y="589"/>
                  <a:pt x="633" y="545"/>
                </a:cubicBezTo>
                <a:cubicBezTo>
                  <a:pt x="633" y="236"/>
                  <a:pt x="633" y="236"/>
                  <a:pt x="633" y="236"/>
                </a:cubicBezTo>
                <a:lnTo>
                  <a:pt x="589" y="236"/>
                </a:lnTo>
                <a:close/>
                <a:moveTo>
                  <a:pt x="162" y="354"/>
                </a:moveTo>
                <a:lnTo>
                  <a:pt x="162" y="354"/>
                </a:lnTo>
                <a:cubicBezTo>
                  <a:pt x="74" y="516"/>
                  <a:pt x="74" y="516"/>
                  <a:pt x="74" y="516"/>
                </a:cubicBezTo>
                <a:cubicBezTo>
                  <a:pt x="74" y="545"/>
                  <a:pt x="89" y="559"/>
                  <a:pt x="103" y="545"/>
                </a:cubicBezTo>
                <a:cubicBezTo>
                  <a:pt x="280" y="457"/>
                  <a:pt x="280" y="457"/>
                  <a:pt x="280" y="457"/>
                </a:cubicBezTo>
                <a:lnTo>
                  <a:pt x="295" y="457"/>
                </a:lnTo>
                <a:cubicBezTo>
                  <a:pt x="604" y="147"/>
                  <a:pt x="604" y="147"/>
                  <a:pt x="604" y="147"/>
                </a:cubicBezTo>
                <a:cubicBezTo>
                  <a:pt x="619" y="133"/>
                  <a:pt x="619" y="103"/>
                  <a:pt x="604" y="88"/>
                </a:cubicBezTo>
                <a:cubicBezTo>
                  <a:pt x="530" y="29"/>
                  <a:pt x="530" y="29"/>
                  <a:pt x="530" y="29"/>
                </a:cubicBezTo>
                <a:cubicBezTo>
                  <a:pt x="516" y="15"/>
                  <a:pt x="486" y="15"/>
                  <a:pt x="471" y="29"/>
                </a:cubicBezTo>
                <a:cubicBezTo>
                  <a:pt x="177" y="324"/>
                  <a:pt x="177" y="324"/>
                  <a:pt x="177" y="324"/>
                </a:cubicBezTo>
                <a:cubicBezTo>
                  <a:pt x="162" y="339"/>
                  <a:pt x="162" y="339"/>
                  <a:pt x="162" y="354"/>
                </a:cubicBezTo>
                <a:close/>
                <a:moveTo>
                  <a:pt x="486" y="74"/>
                </a:moveTo>
                <a:lnTo>
                  <a:pt x="486" y="74"/>
                </a:lnTo>
                <a:cubicBezTo>
                  <a:pt x="501" y="59"/>
                  <a:pt x="516" y="59"/>
                  <a:pt x="516" y="74"/>
                </a:cubicBezTo>
                <a:cubicBezTo>
                  <a:pt x="560" y="103"/>
                  <a:pt x="560" y="103"/>
                  <a:pt x="560" y="103"/>
                </a:cubicBezTo>
                <a:cubicBezTo>
                  <a:pt x="575" y="118"/>
                  <a:pt x="575" y="133"/>
                  <a:pt x="560" y="133"/>
                </a:cubicBezTo>
                <a:cubicBezTo>
                  <a:pt x="516" y="177"/>
                  <a:pt x="516" y="177"/>
                  <a:pt x="516" y="177"/>
                </a:cubicBezTo>
                <a:cubicBezTo>
                  <a:pt x="457" y="103"/>
                  <a:pt x="457" y="103"/>
                  <a:pt x="457" y="103"/>
                </a:cubicBezTo>
                <a:lnTo>
                  <a:pt x="486" y="74"/>
                </a:lnTo>
                <a:close/>
                <a:moveTo>
                  <a:pt x="428" y="133"/>
                </a:moveTo>
                <a:lnTo>
                  <a:pt x="428" y="133"/>
                </a:lnTo>
                <a:cubicBezTo>
                  <a:pt x="486" y="206"/>
                  <a:pt x="486" y="206"/>
                  <a:pt x="486" y="206"/>
                </a:cubicBezTo>
                <a:cubicBezTo>
                  <a:pt x="266" y="427"/>
                  <a:pt x="266" y="427"/>
                  <a:pt x="266" y="427"/>
                </a:cubicBezTo>
                <a:cubicBezTo>
                  <a:pt x="251" y="398"/>
                  <a:pt x="207" y="368"/>
                  <a:pt x="207" y="354"/>
                </a:cubicBezTo>
                <a:lnTo>
                  <a:pt x="428" y="133"/>
                </a:lnTo>
                <a:close/>
                <a:moveTo>
                  <a:pt x="236" y="442"/>
                </a:moveTo>
                <a:lnTo>
                  <a:pt x="236" y="442"/>
                </a:lnTo>
                <a:cubicBezTo>
                  <a:pt x="133" y="516"/>
                  <a:pt x="133" y="516"/>
                  <a:pt x="133" y="516"/>
                </a:cubicBezTo>
                <a:cubicBezTo>
                  <a:pt x="118" y="516"/>
                  <a:pt x="118" y="501"/>
                  <a:pt x="118" y="501"/>
                </a:cubicBezTo>
                <a:cubicBezTo>
                  <a:pt x="177" y="398"/>
                  <a:pt x="177" y="398"/>
                  <a:pt x="177" y="398"/>
                </a:cubicBezTo>
                <a:lnTo>
                  <a:pt x="236" y="442"/>
                </a:lnTo>
                <a:close/>
              </a:path>
            </a:pathLst>
          </a:custGeom>
          <a:solidFill>
            <a:srgbClr val="FDFDF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beve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121908" tIns="60955" rIns="121908" bIns="60955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 dir="d"/>
      </p:transition>
    </mc:Choice>
    <mc:Fallback>
      <p:transition spd="med">
        <p:pull dir="d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473075" y="1791970"/>
            <a:ext cx="6286500" cy="3630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kern="1200" cap="none" spc="0" normalizeH="0" baseline="0" noProof="0" smtClean="0">
                <a:solidFill>
                  <a:prstClr val="white"/>
                </a:solidFill>
                <a:latin typeface="+mn-lt"/>
                <a:ea typeface="+mn-ea"/>
                <a:cs typeface="+mn-ea"/>
                <a:sym typeface="Arial" panose="020B0704020202020204" pitchFamily="34" charset="0"/>
              </a:rPr>
              <a:t>THANK YOU</a:t>
            </a:r>
            <a:endParaRPr kumimoji="0" lang="en-US" altLang="zh-CN" sz="11500" b="1" kern="1200" cap="none" spc="0" normalizeH="0" baseline="0" noProof="0" smtClean="0">
              <a:solidFill>
                <a:prstClr val="white"/>
              </a:solidFill>
              <a:latin typeface="+mn-lt"/>
              <a:ea typeface="+mn-ea"/>
              <a:cs typeface="+mn-ea"/>
              <a:sym typeface="Arial" panose="020B0704020202020204" pitchFamily="34" charset="0"/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 flipV="1">
            <a:off x="6657976" y="1554321"/>
            <a:ext cx="0" cy="3808730"/>
          </a:xfrm>
          <a:prstGeom prst="line">
            <a:avLst/>
          </a:prstGeom>
          <a:ln w="76200" cmpd="sng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67" name="Freeform 49"/>
          <p:cNvSpPr/>
          <p:nvPr/>
        </p:nvSpPr>
        <p:spPr>
          <a:xfrm>
            <a:off x="7327900" y="2268855"/>
            <a:ext cx="943610" cy="938530"/>
          </a:xfrm>
          <a:custGeom>
            <a:avLst/>
            <a:gdLst/>
            <a:ahLst/>
            <a:cxnLst>
              <a:cxn ang="0">
                <a:pos x="94141165" y="0"/>
              </a:cxn>
              <a:cxn ang="0">
                <a:pos x="94141165" y="0"/>
              </a:cxn>
              <a:cxn ang="0">
                <a:pos x="0" y="90696031"/>
              </a:cxn>
              <a:cxn ang="0">
                <a:pos x="94141165" y="184532186"/>
              </a:cxn>
              <a:cxn ang="0">
                <a:pos x="188282330" y="90696031"/>
              </a:cxn>
              <a:cxn ang="0">
                <a:pos x="94141165" y="0"/>
              </a:cxn>
              <a:cxn ang="0">
                <a:pos x="69719380" y="132706399"/>
              </a:cxn>
              <a:cxn ang="0">
                <a:pos x="69719380" y="132706399"/>
              </a:cxn>
              <a:cxn ang="0">
                <a:pos x="52388095" y="132706399"/>
              </a:cxn>
              <a:cxn ang="0">
                <a:pos x="52388095" y="69886562"/>
              </a:cxn>
              <a:cxn ang="0">
                <a:pos x="69719380" y="69886562"/>
              </a:cxn>
              <a:cxn ang="0">
                <a:pos x="69719380" y="132706399"/>
              </a:cxn>
              <a:cxn ang="0">
                <a:pos x="62629605" y="62819837"/>
              </a:cxn>
              <a:cxn ang="0">
                <a:pos x="62629605" y="62819837"/>
              </a:cxn>
              <a:cxn ang="0">
                <a:pos x="52388095" y="52611541"/>
              </a:cxn>
              <a:cxn ang="0">
                <a:pos x="62629605" y="42010368"/>
              </a:cxn>
              <a:cxn ang="0">
                <a:pos x="73264630" y="52611541"/>
              </a:cxn>
              <a:cxn ang="0">
                <a:pos x="62629605" y="62819837"/>
              </a:cxn>
              <a:cxn ang="0">
                <a:pos x="139439485" y="132706399"/>
              </a:cxn>
              <a:cxn ang="0">
                <a:pos x="139439485" y="132706399"/>
              </a:cxn>
              <a:cxn ang="0">
                <a:pos x="122108200" y="132706399"/>
              </a:cxn>
              <a:cxn ang="0">
                <a:pos x="122108200" y="97762756"/>
              </a:cxn>
              <a:cxn ang="0">
                <a:pos x="111866689" y="83628582"/>
              </a:cxn>
              <a:cxn ang="0">
                <a:pos x="100837426" y="90696031"/>
              </a:cxn>
              <a:cxn ang="0">
                <a:pos x="100837426" y="94229032"/>
              </a:cxn>
              <a:cxn ang="0">
                <a:pos x="100837426" y="132706399"/>
              </a:cxn>
              <a:cxn ang="0">
                <a:pos x="83506141" y="132706399"/>
              </a:cxn>
              <a:cxn ang="0">
                <a:pos x="83506141" y="90696031"/>
              </a:cxn>
              <a:cxn ang="0">
                <a:pos x="79960891" y="69886562"/>
              </a:cxn>
              <a:cxn ang="0">
                <a:pos x="97292176" y="69886562"/>
              </a:cxn>
              <a:cxn ang="0">
                <a:pos x="97292176" y="76954011"/>
              </a:cxn>
              <a:cxn ang="0">
                <a:pos x="100837426" y="76954011"/>
              </a:cxn>
              <a:cxn ang="0">
                <a:pos x="118168711" y="69886562"/>
              </a:cxn>
              <a:cxn ang="0">
                <a:pos x="139439485" y="94229032"/>
              </a:cxn>
              <a:cxn ang="0">
                <a:pos x="139439485" y="132706399"/>
              </a:cxn>
            </a:cxnLst>
            <a:pathLst>
              <a:path w="479" h="471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39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39" y="0"/>
                </a:cubicBezTo>
                <a:close/>
                <a:moveTo>
                  <a:pt x="177" y="338"/>
                </a:moveTo>
                <a:lnTo>
                  <a:pt x="177" y="338"/>
                </a:lnTo>
                <a:cubicBezTo>
                  <a:pt x="133" y="338"/>
                  <a:pt x="133" y="338"/>
                  <a:pt x="133" y="338"/>
                </a:cubicBezTo>
                <a:cubicBezTo>
                  <a:pt x="133" y="178"/>
                  <a:pt x="133" y="178"/>
                  <a:pt x="133" y="178"/>
                </a:cubicBezTo>
                <a:cubicBezTo>
                  <a:pt x="177" y="178"/>
                  <a:pt x="177" y="178"/>
                  <a:pt x="177" y="178"/>
                </a:cubicBezTo>
                <a:lnTo>
                  <a:pt x="177" y="338"/>
                </a:lnTo>
                <a:close/>
                <a:moveTo>
                  <a:pt x="159" y="160"/>
                </a:moveTo>
                <a:lnTo>
                  <a:pt x="159" y="160"/>
                </a:lnTo>
                <a:cubicBezTo>
                  <a:pt x="141" y="160"/>
                  <a:pt x="133" y="151"/>
                  <a:pt x="133" y="134"/>
                </a:cubicBezTo>
                <a:cubicBezTo>
                  <a:pt x="133" y="125"/>
                  <a:pt x="141" y="107"/>
                  <a:pt x="159" y="107"/>
                </a:cubicBezTo>
                <a:cubicBezTo>
                  <a:pt x="168" y="107"/>
                  <a:pt x="177" y="125"/>
                  <a:pt x="186" y="134"/>
                </a:cubicBezTo>
                <a:cubicBezTo>
                  <a:pt x="186" y="151"/>
                  <a:pt x="168" y="160"/>
                  <a:pt x="159" y="160"/>
                </a:cubicBezTo>
                <a:close/>
                <a:moveTo>
                  <a:pt x="354" y="338"/>
                </a:moveTo>
                <a:lnTo>
                  <a:pt x="354" y="338"/>
                </a:lnTo>
                <a:cubicBezTo>
                  <a:pt x="310" y="338"/>
                  <a:pt x="310" y="338"/>
                  <a:pt x="310" y="338"/>
                </a:cubicBezTo>
                <a:cubicBezTo>
                  <a:pt x="310" y="249"/>
                  <a:pt x="310" y="249"/>
                  <a:pt x="310" y="249"/>
                </a:cubicBezTo>
                <a:cubicBezTo>
                  <a:pt x="310" y="231"/>
                  <a:pt x="300" y="213"/>
                  <a:pt x="284" y="213"/>
                </a:cubicBezTo>
                <a:cubicBezTo>
                  <a:pt x="275" y="213"/>
                  <a:pt x="265" y="222"/>
                  <a:pt x="256" y="231"/>
                </a:cubicBezTo>
                <a:lnTo>
                  <a:pt x="256" y="240"/>
                </a:lnTo>
                <a:cubicBezTo>
                  <a:pt x="256" y="338"/>
                  <a:pt x="256" y="338"/>
                  <a:pt x="256" y="338"/>
                </a:cubicBezTo>
                <a:cubicBezTo>
                  <a:pt x="212" y="338"/>
                  <a:pt x="212" y="338"/>
                  <a:pt x="212" y="338"/>
                </a:cubicBezTo>
                <a:cubicBezTo>
                  <a:pt x="212" y="231"/>
                  <a:pt x="212" y="231"/>
                  <a:pt x="212" y="231"/>
                </a:cubicBezTo>
                <a:cubicBezTo>
                  <a:pt x="212" y="205"/>
                  <a:pt x="212" y="196"/>
                  <a:pt x="203" y="178"/>
                </a:cubicBezTo>
                <a:cubicBezTo>
                  <a:pt x="247" y="178"/>
                  <a:pt x="247" y="178"/>
                  <a:pt x="247" y="178"/>
                </a:cubicBezTo>
                <a:cubicBezTo>
                  <a:pt x="247" y="196"/>
                  <a:pt x="247" y="196"/>
                  <a:pt x="247" y="196"/>
                </a:cubicBezTo>
                <a:cubicBezTo>
                  <a:pt x="256" y="196"/>
                  <a:pt x="256" y="196"/>
                  <a:pt x="256" y="196"/>
                </a:cubicBezTo>
                <a:cubicBezTo>
                  <a:pt x="256" y="187"/>
                  <a:pt x="275" y="178"/>
                  <a:pt x="300" y="178"/>
                </a:cubicBezTo>
                <a:cubicBezTo>
                  <a:pt x="337" y="178"/>
                  <a:pt x="354" y="196"/>
                  <a:pt x="354" y="240"/>
                </a:cubicBezTo>
                <a:lnTo>
                  <a:pt x="354" y="338"/>
                </a:lnTo>
                <a:close/>
              </a:path>
            </a:pathLst>
          </a:custGeom>
          <a:solidFill>
            <a:srgbClr val="FDFDFD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7583" y="3565843"/>
            <a:ext cx="1005840" cy="10058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8465820" y="3649980"/>
            <a:ext cx="30397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bg1"/>
                </a:solidFill>
              </a:rPr>
              <a:t>github.com/</a:t>
            </a:r>
            <a:endParaRPr lang="en-US" sz="2800">
              <a:solidFill>
                <a:schemeClr val="bg1"/>
              </a:solidFill>
            </a:endParaRPr>
          </a:p>
          <a:p>
            <a:r>
              <a:rPr lang="en-US" sz="2800">
                <a:solidFill>
                  <a:schemeClr val="bg1"/>
                </a:solidFill>
              </a:rPr>
              <a:t>BabithaRavindra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467090" y="2268220"/>
            <a:ext cx="30397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solidFill>
                  <a:schemeClr val="bg1"/>
                </a:solidFill>
              </a:rPr>
              <a:t>linkedin.com/in/</a:t>
            </a:r>
            <a:endParaRPr lang="en-US" altLang="en-US" sz="2800">
              <a:solidFill>
                <a:schemeClr val="bg1"/>
              </a:solidFill>
            </a:endParaRPr>
          </a:p>
          <a:p>
            <a:r>
              <a:rPr lang="en-US" altLang="en-US" sz="2800">
                <a:solidFill>
                  <a:schemeClr val="bg1"/>
                </a:solidFill>
              </a:rPr>
              <a:t>babitha-ravindra</a:t>
            </a:r>
            <a:endParaRPr lang="en-US" altLang="en-US"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3652</Words>
  <Application>WPS Presentation</Application>
  <PresentationFormat>宽屏</PresentationFormat>
  <Paragraphs>189</Paragraphs>
  <Slides>19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3" baseType="lpstr">
      <vt:lpstr>Arial</vt:lpstr>
      <vt:lpstr>SimSun</vt:lpstr>
      <vt:lpstr>Wingdings</vt:lpstr>
      <vt:lpstr>Microsoft YaHei</vt:lpstr>
      <vt:lpstr>汉仪旗黑</vt:lpstr>
      <vt:lpstr>Calibri</vt:lpstr>
      <vt:lpstr>Arial Bold</vt:lpstr>
      <vt:lpstr>Microsoft YaHei</vt:lpstr>
      <vt:lpstr>Arial Unicode MS</vt:lpstr>
      <vt:lpstr>Helvetica Neue</vt:lpstr>
      <vt:lpstr>Source Sans Pro ExtraLight</vt:lpstr>
      <vt:lpstr>Thonburi</vt:lpstr>
      <vt:lpstr>Open Sans</vt:lpstr>
      <vt:lpstr>Open Sans</vt:lpstr>
      <vt:lpstr>苹方-简</vt:lpstr>
      <vt:lpstr>Helvetica Light</vt:lpstr>
      <vt:lpstr>MS PGothic</vt:lpstr>
      <vt:lpstr>SimSun</vt:lpstr>
      <vt:lpstr>汉仪书宋二KW</vt:lpstr>
      <vt:lpstr>Hiragino Sans</vt:lpstr>
      <vt:lpstr>Microsoft YaHei</vt:lpstr>
      <vt:lpstr>Big Caslon</vt:lpstr>
      <vt:lpstr>Arial Black</vt:lpstr>
      <vt:lpstr>Office Theme</vt:lpstr>
      <vt:lpstr>PowerPoint 演示文稿</vt:lpstr>
      <vt:lpstr>PowerPoint 演示文稿</vt:lpstr>
      <vt:lpstr>INTRODUCTION</vt:lpstr>
      <vt:lpstr>PROCESS</vt:lpstr>
      <vt:lpstr>ANALYSIS</vt:lpstr>
      <vt:lpstr>ANALYSIS</vt:lpstr>
      <vt:lpstr>ANALYSIS</vt:lpstr>
      <vt:lpstr>ANALYSIS</vt:lpstr>
      <vt:lpstr>ANALYSIS</vt:lpstr>
      <vt:lpstr>Revenue of the Company in the year 2011 by Month</vt:lpstr>
      <vt:lpstr>PowerPoint 演示文稿</vt:lpstr>
      <vt:lpstr>PowerPoint 演示文稿</vt:lpstr>
      <vt:lpstr>Top 10 Countries by Revenue &amp; Their Quantity</vt:lpstr>
      <vt:lpstr>PowerPoint 演示文稿</vt:lpstr>
      <vt:lpstr>Top 10 Customers by Revenue</vt:lpstr>
      <vt:lpstr>PowerPoint 演示文稿</vt:lpstr>
      <vt:lpstr>Revenue by Country</vt:lpstr>
      <vt:lpstr>Click here to add your title</vt:lpstr>
      <vt:lpstr>Click here to add your title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向天歌PPT</dc:creator>
  <cp:lastModifiedBy>ravindrababu</cp:lastModifiedBy>
  <cp:revision>40</cp:revision>
  <dcterms:created xsi:type="dcterms:W3CDTF">2025-04-08T11:43:44Z</dcterms:created>
  <dcterms:modified xsi:type="dcterms:W3CDTF">2025-04-08T11:43:44Z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1033-6.12.2.8699</vt:lpwstr>
  </property>
  <property fmtid="{D5CDD505-2E9C-101B-9397-08002B2CF9AE}" pid="3" name="ICV">
    <vt:lpwstr>5011638170D2973841ADF4674E2CE8A5_43</vt:lpwstr>
  </property>
</Properties>
</file>